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7" r:id="rId2"/>
    <p:sldId id="259" r:id="rId3"/>
    <p:sldId id="258" r:id="rId4"/>
    <p:sldId id="261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83A6EC-E928-4C1E-9753-059E3493C4F2}" v="503" dt="2021-10-23T17:01:01.227"/>
    <p1510:client id="{035DEF4A-ED2E-470D-A1F2-1CB9FB9BF5B5}" v="1" dt="2021-10-26T19:10:04.520"/>
    <p1510:client id="{37D169E8-E399-40F7-84DE-56F1276FA96E}" v="14" dt="2021-10-21T18:30:04.420"/>
    <p1510:client id="{67340895-22A9-4C15-9354-5791167DB34D}" v="2" dt="2021-10-25T19:20:12.184"/>
    <p1510:client id="{A1350C2D-1523-4203-9234-AECF5EAEE8EB}" v="6" dt="2021-10-23T18:44:40.900"/>
    <p1510:client id="{EF0E61FB-9FC8-4ECD-A2CB-6E4A4651CD6A}" v="7" dt="2021-10-25T19:14:01.28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shraf Badr" userId="a741a45a9d5b86eb" providerId="Windows Live" clId="Web-{EF0E61FB-9FC8-4ECD-A2CB-6E4A4651CD6A}"/>
    <pc:docChg chg="modSld addMainMaster delMainMaster modMainMaster">
      <pc:chgData name="Ashraf Badr" userId="a741a45a9d5b86eb" providerId="Windows Live" clId="Web-{EF0E61FB-9FC8-4ECD-A2CB-6E4A4651CD6A}" dt="2021-10-25T19:14:01.289" v="6"/>
      <pc:docMkLst>
        <pc:docMk/>
      </pc:docMkLst>
      <pc:sldChg chg="modSp mod setBg modClrScheme chgLayout">
        <pc:chgData name="Ashraf Badr" userId="a741a45a9d5b86eb" providerId="Windows Live" clId="Web-{EF0E61FB-9FC8-4ECD-A2CB-6E4A4651CD6A}" dt="2021-10-25T19:14:01.289" v="6"/>
        <pc:sldMkLst>
          <pc:docMk/>
          <pc:sldMk cId="3143213649" sldId="257"/>
        </pc:sldMkLst>
        <pc:spChg chg="mod ord">
          <ac:chgData name="Ashraf Badr" userId="a741a45a9d5b86eb" providerId="Windows Live" clId="Web-{EF0E61FB-9FC8-4ECD-A2CB-6E4A4651CD6A}" dt="2021-10-25T19:09:19.233" v="1"/>
          <ac:spMkLst>
            <pc:docMk/>
            <pc:sldMk cId="3143213649" sldId="257"/>
            <ac:spMk id="2" creationId="{E12147DF-AB50-40CF-A16F-057CC38767C4}"/>
          </ac:spMkLst>
        </pc:spChg>
        <pc:spChg chg="mod ord">
          <ac:chgData name="Ashraf Badr" userId="a741a45a9d5b86eb" providerId="Windows Live" clId="Web-{EF0E61FB-9FC8-4ECD-A2CB-6E4A4651CD6A}" dt="2021-10-25T19:09:19.233" v="1"/>
          <ac:spMkLst>
            <pc:docMk/>
            <pc:sldMk cId="3143213649" sldId="257"/>
            <ac:spMk id="3" creationId="{8BE60C1A-02D3-4F60-A2D9-4B5F143C6683}"/>
          </ac:spMkLst>
        </pc:spChg>
      </pc:sldChg>
      <pc:sldChg chg="modSp mod modClrScheme chgLayout">
        <pc:chgData name="Ashraf Badr" userId="a741a45a9d5b86eb" providerId="Windows Live" clId="Web-{EF0E61FB-9FC8-4ECD-A2CB-6E4A4651CD6A}" dt="2021-10-25T19:11:18.049" v="5"/>
        <pc:sldMkLst>
          <pc:docMk/>
          <pc:sldMk cId="2726367157" sldId="258"/>
        </pc:sldMkLst>
        <pc:spChg chg="mod ord">
          <ac:chgData name="Ashraf Badr" userId="a741a45a9d5b86eb" providerId="Windows Live" clId="Web-{EF0E61FB-9FC8-4ECD-A2CB-6E4A4651CD6A}" dt="2021-10-25T19:09:19.233" v="1"/>
          <ac:spMkLst>
            <pc:docMk/>
            <pc:sldMk cId="2726367157" sldId="258"/>
            <ac:spMk id="2" creationId="{4DA92B1B-F89F-4BA4-A53B-38FD1036A691}"/>
          </ac:spMkLst>
        </pc:spChg>
        <pc:spChg chg="mod ord">
          <ac:chgData name="Ashraf Badr" userId="a741a45a9d5b86eb" providerId="Windows Live" clId="Web-{EF0E61FB-9FC8-4ECD-A2CB-6E4A4651CD6A}" dt="2021-10-25T19:09:19.233" v="1"/>
          <ac:spMkLst>
            <pc:docMk/>
            <pc:sldMk cId="2726367157" sldId="258"/>
            <ac:spMk id="12" creationId="{5F683BAD-9B35-4E41-869C-E3A66AB39025}"/>
          </ac:spMkLst>
        </pc:spChg>
      </pc:sldChg>
      <pc:sldChg chg="modSp mod modClrScheme chgLayout">
        <pc:chgData name="Ashraf Badr" userId="a741a45a9d5b86eb" providerId="Windows Live" clId="Web-{EF0E61FB-9FC8-4ECD-A2CB-6E4A4651CD6A}" dt="2021-10-25T19:11:18.049" v="5"/>
        <pc:sldMkLst>
          <pc:docMk/>
          <pc:sldMk cId="3104397509" sldId="259"/>
        </pc:sldMkLst>
        <pc:spChg chg="mod ord">
          <ac:chgData name="Ashraf Badr" userId="a741a45a9d5b86eb" providerId="Windows Live" clId="Web-{EF0E61FB-9FC8-4ECD-A2CB-6E4A4651CD6A}" dt="2021-10-25T19:09:19.233" v="1"/>
          <ac:spMkLst>
            <pc:docMk/>
            <pc:sldMk cId="3104397509" sldId="259"/>
            <ac:spMk id="2" creationId="{E12147DF-AB50-40CF-A16F-057CC38767C4}"/>
          </ac:spMkLst>
        </pc:spChg>
      </pc:sldChg>
      <pc:sldChg chg="modSp mod modClrScheme chgLayout">
        <pc:chgData name="Ashraf Badr" userId="a741a45a9d5b86eb" providerId="Windows Live" clId="Web-{EF0E61FB-9FC8-4ECD-A2CB-6E4A4651CD6A}" dt="2021-10-25T19:11:18.049" v="5"/>
        <pc:sldMkLst>
          <pc:docMk/>
          <pc:sldMk cId="3250467897" sldId="260"/>
        </pc:sldMkLst>
        <pc:spChg chg="mod ord">
          <ac:chgData name="Ashraf Badr" userId="a741a45a9d5b86eb" providerId="Windows Live" clId="Web-{EF0E61FB-9FC8-4ECD-A2CB-6E4A4651CD6A}" dt="2021-10-25T19:09:19.233" v="1"/>
          <ac:spMkLst>
            <pc:docMk/>
            <pc:sldMk cId="3250467897" sldId="260"/>
            <ac:spMk id="2" creationId="{AA4F419C-2AA0-4E23-B311-9A60E9752D52}"/>
          </ac:spMkLst>
        </pc:spChg>
        <pc:spChg chg="mod ord">
          <ac:chgData name="Ashraf Badr" userId="a741a45a9d5b86eb" providerId="Windows Live" clId="Web-{EF0E61FB-9FC8-4ECD-A2CB-6E4A4651CD6A}" dt="2021-10-25T19:09:19.233" v="1"/>
          <ac:spMkLst>
            <pc:docMk/>
            <pc:sldMk cId="3250467897" sldId="260"/>
            <ac:spMk id="3" creationId="{9DD9CC0C-0C37-4788-8F0E-AA22A9E1B2CD}"/>
          </ac:spMkLst>
        </pc:spChg>
        <pc:spChg chg="mod ord">
          <ac:chgData name="Ashraf Badr" userId="a741a45a9d5b86eb" providerId="Windows Live" clId="Web-{EF0E61FB-9FC8-4ECD-A2CB-6E4A4651CD6A}" dt="2021-10-25T19:09:19.233" v="1"/>
          <ac:spMkLst>
            <pc:docMk/>
            <pc:sldMk cId="3250467897" sldId="260"/>
            <ac:spMk id="5" creationId="{9F428587-1DF4-4F44-952F-44CB83C8E4E1}"/>
          </ac:spMkLst>
        </pc:spChg>
        <pc:spChg chg="mod ord">
          <ac:chgData name="Ashraf Badr" userId="a741a45a9d5b86eb" providerId="Windows Live" clId="Web-{EF0E61FB-9FC8-4ECD-A2CB-6E4A4651CD6A}" dt="2021-10-25T19:09:19.233" v="1"/>
          <ac:spMkLst>
            <pc:docMk/>
            <pc:sldMk cId="3250467897" sldId="260"/>
            <ac:spMk id="6" creationId="{A224E5F4-2F84-4C8F-A6FA-7B54A602A01D}"/>
          </ac:spMkLst>
        </pc:spChg>
        <pc:spChg chg="mod ord">
          <ac:chgData name="Ashraf Badr" userId="a741a45a9d5b86eb" providerId="Windows Live" clId="Web-{EF0E61FB-9FC8-4ECD-A2CB-6E4A4651CD6A}" dt="2021-10-25T19:09:19.233" v="1"/>
          <ac:spMkLst>
            <pc:docMk/>
            <pc:sldMk cId="3250467897" sldId="260"/>
            <ac:spMk id="121" creationId="{7898A501-97B3-4BB2-B2B5-77521FF19BBE}"/>
          </ac:spMkLst>
        </pc:spChg>
      </pc:sldChg>
      <pc:sldChg chg="modSp mod modClrScheme chgLayout">
        <pc:chgData name="Ashraf Badr" userId="a741a45a9d5b86eb" providerId="Windows Live" clId="Web-{EF0E61FB-9FC8-4ECD-A2CB-6E4A4651CD6A}" dt="2021-10-25T19:11:18.049" v="5"/>
        <pc:sldMkLst>
          <pc:docMk/>
          <pc:sldMk cId="269252039" sldId="261"/>
        </pc:sldMkLst>
        <pc:spChg chg="mod ord">
          <ac:chgData name="Ashraf Badr" userId="a741a45a9d5b86eb" providerId="Windows Live" clId="Web-{EF0E61FB-9FC8-4ECD-A2CB-6E4A4651CD6A}" dt="2021-10-25T19:09:19.233" v="1"/>
          <ac:spMkLst>
            <pc:docMk/>
            <pc:sldMk cId="269252039" sldId="261"/>
            <ac:spMk id="2" creationId="{AA4F419C-2AA0-4E23-B311-9A60E9752D52}"/>
          </ac:spMkLst>
        </pc:spChg>
        <pc:spChg chg="mod ord">
          <ac:chgData name="Ashraf Badr" userId="a741a45a9d5b86eb" providerId="Windows Live" clId="Web-{EF0E61FB-9FC8-4ECD-A2CB-6E4A4651CD6A}" dt="2021-10-25T19:09:19.233" v="1"/>
          <ac:spMkLst>
            <pc:docMk/>
            <pc:sldMk cId="269252039" sldId="261"/>
            <ac:spMk id="3" creationId="{9DD9CC0C-0C37-4788-8F0E-AA22A9E1B2CD}"/>
          </ac:spMkLst>
        </pc:spChg>
        <pc:spChg chg="mod ord">
          <ac:chgData name="Ashraf Badr" userId="a741a45a9d5b86eb" providerId="Windows Live" clId="Web-{EF0E61FB-9FC8-4ECD-A2CB-6E4A4651CD6A}" dt="2021-10-25T19:09:19.233" v="1"/>
          <ac:spMkLst>
            <pc:docMk/>
            <pc:sldMk cId="269252039" sldId="261"/>
            <ac:spMk id="5" creationId="{9F428587-1DF4-4F44-952F-44CB83C8E4E1}"/>
          </ac:spMkLst>
        </pc:spChg>
        <pc:spChg chg="mod ord">
          <ac:chgData name="Ashraf Badr" userId="a741a45a9d5b86eb" providerId="Windows Live" clId="Web-{EF0E61FB-9FC8-4ECD-A2CB-6E4A4651CD6A}" dt="2021-10-25T19:09:19.233" v="1"/>
          <ac:spMkLst>
            <pc:docMk/>
            <pc:sldMk cId="269252039" sldId="261"/>
            <ac:spMk id="6" creationId="{A224E5F4-2F84-4C8F-A6FA-7B54A602A01D}"/>
          </ac:spMkLst>
        </pc:spChg>
        <pc:spChg chg="mod ord">
          <ac:chgData name="Ashraf Badr" userId="a741a45a9d5b86eb" providerId="Windows Live" clId="Web-{EF0E61FB-9FC8-4ECD-A2CB-6E4A4651CD6A}" dt="2021-10-25T19:09:19.233" v="1"/>
          <ac:spMkLst>
            <pc:docMk/>
            <pc:sldMk cId="269252039" sldId="261"/>
            <ac:spMk id="121" creationId="{7898A501-97B3-4BB2-B2B5-77521FF19BBE}"/>
          </ac:spMkLst>
        </pc:spChg>
      </pc:sldChg>
      <pc:sldMasterChg chg="del delSldLayout">
        <pc:chgData name="Ashraf Badr" userId="a741a45a9d5b86eb" providerId="Windows Live" clId="Web-{EF0E61FB-9FC8-4ECD-A2CB-6E4A4651CD6A}" dt="2021-10-25T19:09:11.670" v="0"/>
        <pc:sldMasterMkLst>
          <pc:docMk/>
          <pc:sldMasterMk cId="2715649776" sldId="2147483672"/>
        </pc:sldMasterMkLst>
        <pc:sldLayoutChg chg="del">
          <pc:chgData name="Ashraf Badr" userId="a741a45a9d5b86eb" providerId="Windows Live" clId="Web-{EF0E61FB-9FC8-4ECD-A2CB-6E4A4651CD6A}" dt="2021-10-25T19:09:11.670" v="0"/>
          <pc:sldLayoutMkLst>
            <pc:docMk/>
            <pc:sldMasterMk cId="2715649776" sldId="2147483672"/>
            <pc:sldLayoutMk cId="3505890370" sldId="2147483673"/>
          </pc:sldLayoutMkLst>
        </pc:sldLayoutChg>
        <pc:sldLayoutChg chg="del">
          <pc:chgData name="Ashraf Badr" userId="a741a45a9d5b86eb" providerId="Windows Live" clId="Web-{EF0E61FB-9FC8-4ECD-A2CB-6E4A4651CD6A}" dt="2021-10-25T19:09:11.670" v="0"/>
          <pc:sldLayoutMkLst>
            <pc:docMk/>
            <pc:sldMasterMk cId="2715649776" sldId="2147483672"/>
            <pc:sldLayoutMk cId="4044698075" sldId="2147483674"/>
          </pc:sldLayoutMkLst>
        </pc:sldLayoutChg>
        <pc:sldLayoutChg chg="del">
          <pc:chgData name="Ashraf Badr" userId="a741a45a9d5b86eb" providerId="Windows Live" clId="Web-{EF0E61FB-9FC8-4ECD-A2CB-6E4A4651CD6A}" dt="2021-10-25T19:09:11.670" v="0"/>
          <pc:sldLayoutMkLst>
            <pc:docMk/>
            <pc:sldMasterMk cId="2715649776" sldId="2147483672"/>
            <pc:sldLayoutMk cId="1978888831" sldId="2147483675"/>
          </pc:sldLayoutMkLst>
        </pc:sldLayoutChg>
        <pc:sldLayoutChg chg="del">
          <pc:chgData name="Ashraf Badr" userId="a741a45a9d5b86eb" providerId="Windows Live" clId="Web-{EF0E61FB-9FC8-4ECD-A2CB-6E4A4651CD6A}" dt="2021-10-25T19:09:11.670" v="0"/>
          <pc:sldLayoutMkLst>
            <pc:docMk/>
            <pc:sldMasterMk cId="2715649776" sldId="2147483672"/>
            <pc:sldLayoutMk cId="3704748457" sldId="2147483676"/>
          </pc:sldLayoutMkLst>
        </pc:sldLayoutChg>
        <pc:sldLayoutChg chg="del">
          <pc:chgData name="Ashraf Badr" userId="a741a45a9d5b86eb" providerId="Windows Live" clId="Web-{EF0E61FB-9FC8-4ECD-A2CB-6E4A4651CD6A}" dt="2021-10-25T19:09:11.670" v="0"/>
          <pc:sldLayoutMkLst>
            <pc:docMk/>
            <pc:sldMasterMk cId="2715649776" sldId="2147483672"/>
            <pc:sldLayoutMk cId="1496183634" sldId="2147483677"/>
          </pc:sldLayoutMkLst>
        </pc:sldLayoutChg>
        <pc:sldLayoutChg chg="del">
          <pc:chgData name="Ashraf Badr" userId="a741a45a9d5b86eb" providerId="Windows Live" clId="Web-{EF0E61FB-9FC8-4ECD-A2CB-6E4A4651CD6A}" dt="2021-10-25T19:09:11.670" v="0"/>
          <pc:sldLayoutMkLst>
            <pc:docMk/>
            <pc:sldMasterMk cId="2715649776" sldId="2147483672"/>
            <pc:sldLayoutMk cId="467580780" sldId="2147483678"/>
          </pc:sldLayoutMkLst>
        </pc:sldLayoutChg>
        <pc:sldLayoutChg chg="del">
          <pc:chgData name="Ashraf Badr" userId="a741a45a9d5b86eb" providerId="Windows Live" clId="Web-{EF0E61FB-9FC8-4ECD-A2CB-6E4A4651CD6A}" dt="2021-10-25T19:09:11.670" v="0"/>
          <pc:sldLayoutMkLst>
            <pc:docMk/>
            <pc:sldMasterMk cId="2715649776" sldId="2147483672"/>
            <pc:sldLayoutMk cId="3876744103" sldId="2147483679"/>
          </pc:sldLayoutMkLst>
        </pc:sldLayoutChg>
        <pc:sldLayoutChg chg="del">
          <pc:chgData name="Ashraf Badr" userId="a741a45a9d5b86eb" providerId="Windows Live" clId="Web-{EF0E61FB-9FC8-4ECD-A2CB-6E4A4651CD6A}" dt="2021-10-25T19:09:11.670" v="0"/>
          <pc:sldLayoutMkLst>
            <pc:docMk/>
            <pc:sldMasterMk cId="2715649776" sldId="2147483672"/>
            <pc:sldLayoutMk cId="1785336598" sldId="2147483680"/>
          </pc:sldLayoutMkLst>
        </pc:sldLayoutChg>
        <pc:sldLayoutChg chg="del">
          <pc:chgData name="Ashraf Badr" userId="a741a45a9d5b86eb" providerId="Windows Live" clId="Web-{EF0E61FB-9FC8-4ECD-A2CB-6E4A4651CD6A}" dt="2021-10-25T19:09:11.670" v="0"/>
          <pc:sldLayoutMkLst>
            <pc:docMk/>
            <pc:sldMasterMk cId="2715649776" sldId="2147483672"/>
            <pc:sldLayoutMk cId="2271739342" sldId="2147483681"/>
          </pc:sldLayoutMkLst>
        </pc:sldLayoutChg>
        <pc:sldLayoutChg chg="del">
          <pc:chgData name="Ashraf Badr" userId="a741a45a9d5b86eb" providerId="Windows Live" clId="Web-{EF0E61FB-9FC8-4ECD-A2CB-6E4A4651CD6A}" dt="2021-10-25T19:09:11.670" v="0"/>
          <pc:sldLayoutMkLst>
            <pc:docMk/>
            <pc:sldMasterMk cId="2715649776" sldId="2147483672"/>
            <pc:sldLayoutMk cId="2541937260" sldId="2147483682"/>
          </pc:sldLayoutMkLst>
        </pc:sldLayoutChg>
        <pc:sldLayoutChg chg="del">
          <pc:chgData name="Ashraf Badr" userId="a741a45a9d5b86eb" providerId="Windows Live" clId="Web-{EF0E61FB-9FC8-4ECD-A2CB-6E4A4651CD6A}" dt="2021-10-25T19:09:11.670" v="0"/>
          <pc:sldLayoutMkLst>
            <pc:docMk/>
            <pc:sldMasterMk cId="2715649776" sldId="2147483672"/>
            <pc:sldLayoutMk cId="3634200583" sldId="2147483683"/>
          </pc:sldLayoutMkLst>
        </pc:sldLayoutChg>
      </pc:sldMasterChg>
      <pc:sldMasterChg chg="add del addSldLayout delSldLayout modSldLayout">
        <pc:chgData name="Ashraf Badr" userId="a741a45a9d5b86eb" providerId="Windows Live" clId="Web-{EF0E61FB-9FC8-4ECD-A2CB-6E4A4651CD6A}" dt="2021-10-25T19:09:19.233" v="1"/>
        <pc:sldMasterMkLst>
          <pc:docMk/>
          <pc:sldMasterMk cId="2939183199" sldId="2147483684"/>
        </pc:sldMasterMkLst>
        <pc:sldLayoutChg chg="add del mod replId">
          <pc:chgData name="Ashraf Badr" userId="a741a45a9d5b86eb" providerId="Windows Live" clId="Web-{EF0E61FB-9FC8-4ECD-A2CB-6E4A4651CD6A}" dt="2021-10-25T19:09:19.233" v="1"/>
          <pc:sldLayoutMkLst>
            <pc:docMk/>
            <pc:sldMasterMk cId="2939183199" sldId="2147483684"/>
            <pc:sldLayoutMk cId="1598727196" sldId="2147483685"/>
          </pc:sldLayoutMkLst>
        </pc:sldLayoutChg>
        <pc:sldLayoutChg chg="add del mod replId">
          <pc:chgData name="Ashraf Badr" userId="a741a45a9d5b86eb" providerId="Windows Live" clId="Web-{EF0E61FB-9FC8-4ECD-A2CB-6E4A4651CD6A}" dt="2021-10-25T19:09:19.233" v="1"/>
          <pc:sldLayoutMkLst>
            <pc:docMk/>
            <pc:sldMasterMk cId="2939183199" sldId="2147483684"/>
            <pc:sldLayoutMk cId="3050697933" sldId="2147483686"/>
          </pc:sldLayoutMkLst>
        </pc:sldLayoutChg>
        <pc:sldLayoutChg chg="add del mod replId">
          <pc:chgData name="Ashraf Badr" userId="a741a45a9d5b86eb" providerId="Windows Live" clId="Web-{EF0E61FB-9FC8-4ECD-A2CB-6E4A4651CD6A}" dt="2021-10-25T19:09:19.233" v="1"/>
          <pc:sldLayoutMkLst>
            <pc:docMk/>
            <pc:sldMasterMk cId="2939183199" sldId="2147483684"/>
            <pc:sldLayoutMk cId="1290532466" sldId="2147483687"/>
          </pc:sldLayoutMkLst>
        </pc:sldLayoutChg>
        <pc:sldLayoutChg chg="add del mod replId">
          <pc:chgData name="Ashraf Badr" userId="a741a45a9d5b86eb" providerId="Windows Live" clId="Web-{EF0E61FB-9FC8-4ECD-A2CB-6E4A4651CD6A}" dt="2021-10-25T19:09:19.233" v="1"/>
          <pc:sldLayoutMkLst>
            <pc:docMk/>
            <pc:sldMasterMk cId="2939183199" sldId="2147483684"/>
            <pc:sldLayoutMk cId="2873782593" sldId="2147483688"/>
          </pc:sldLayoutMkLst>
        </pc:sldLayoutChg>
        <pc:sldLayoutChg chg="add del mod replId">
          <pc:chgData name="Ashraf Badr" userId="a741a45a9d5b86eb" providerId="Windows Live" clId="Web-{EF0E61FB-9FC8-4ECD-A2CB-6E4A4651CD6A}" dt="2021-10-25T19:09:19.233" v="1"/>
          <pc:sldLayoutMkLst>
            <pc:docMk/>
            <pc:sldMasterMk cId="2939183199" sldId="2147483684"/>
            <pc:sldLayoutMk cId="943292656" sldId="2147483689"/>
          </pc:sldLayoutMkLst>
        </pc:sldLayoutChg>
        <pc:sldLayoutChg chg="add del mod replId">
          <pc:chgData name="Ashraf Badr" userId="a741a45a9d5b86eb" providerId="Windows Live" clId="Web-{EF0E61FB-9FC8-4ECD-A2CB-6E4A4651CD6A}" dt="2021-10-25T19:09:19.233" v="1"/>
          <pc:sldLayoutMkLst>
            <pc:docMk/>
            <pc:sldMasterMk cId="2939183199" sldId="2147483684"/>
            <pc:sldLayoutMk cId="348125133" sldId="2147483690"/>
          </pc:sldLayoutMkLst>
        </pc:sldLayoutChg>
        <pc:sldLayoutChg chg="add del mod replId">
          <pc:chgData name="Ashraf Badr" userId="a741a45a9d5b86eb" providerId="Windows Live" clId="Web-{EF0E61FB-9FC8-4ECD-A2CB-6E4A4651CD6A}" dt="2021-10-25T19:09:19.233" v="1"/>
          <pc:sldLayoutMkLst>
            <pc:docMk/>
            <pc:sldMasterMk cId="2939183199" sldId="2147483684"/>
            <pc:sldLayoutMk cId="153605317" sldId="2147483691"/>
          </pc:sldLayoutMkLst>
        </pc:sldLayoutChg>
        <pc:sldLayoutChg chg="add del mod replId">
          <pc:chgData name="Ashraf Badr" userId="a741a45a9d5b86eb" providerId="Windows Live" clId="Web-{EF0E61FB-9FC8-4ECD-A2CB-6E4A4651CD6A}" dt="2021-10-25T19:09:19.233" v="1"/>
          <pc:sldLayoutMkLst>
            <pc:docMk/>
            <pc:sldMasterMk cId="2939183199" sldId="2147483684"/>
            <pc:sldLayoutMk cId="382680623" sldId="2147483692"/>
          </pc:sldLayoutMkLst>
        </pc:sldLayoutChg>
        <pc:sldLayoutChg chg="add del mod replId">
          <pc:chgData name="Ashraf Badr" userId="a741a45a9d5b86eb" providerId="Windows Live" clId="Web-{EF0E61FB-9FC8-4ECD-A2CB-6E4A4651CD6A}" dt="2021-10-25T19:09:19.233" v="1"/>
          <pc:sldLayoutMkLst>
            <pc:docMk/>
            <pc:sldMasterMk cId="2939183199" sldId="2147483684"/>
            <pc:sldLayoutMk cId="4128481631" sldId="2147483693"/>
          </pc:sldLayoutMkLst>
        </pc:sldLayoutChg>
        <pc:sldLayoutChg chg="add del mod replId">
          <pc:chgData name="Ashraf Badr" userId="a741a45a9d5b86eb" providerId="Windows Live" clId="Web-{EF0E61FB-9FC8-4ECD-A2CB-6E4A4651CD6A}" dt="2021-10-25T19:09:19.233" v="1"/>
          <pc:sldLayoutMkLst>
            <pc:docMk/>
            <pc:sldMasterMk cId="2939183199" sldId="2147483684"/>
            <pc:sldLayoutMk cId="2048559967" sldId="2147483694"/>
          </pc:sldLayoutMkLst>
        </pc:sldLayoutChg>
        <pc:sldLayoutChg chg="add del mod replId">
          <pc:chgData name="Ashraf Badr" userId="a741a45a9d5b86eb" providerId="Windows Live" clId="Web-{EF0E61FB-9FC8-4ECD-A2CB-6E4A4651CD6A}" dt="2021-10-25T19:09:19.233" v="1"/>
          <pc:sldLayoutMkLst>
            <pc:docMk/>
            <pc:sldMasterMk cId="2939183199" sldId="2147483684"/>
            <pc:sldLayoutMk cId="2036384846" sldId="2147483695"/>
          </pc:sldLayoutMkLst>
        </pc:sldLayoutChg>
      </pc:sldMasterChg>
      <pc:sldMasterChg chg="add mod setBg addSldLayout modSldLayout">
        <pc:chgData name="Ashraf Badr" userId="a741a45a9d5b86eb" providerId="Windows Live" clId="Web-{EF0E61FB-9FC8-4ECD-A2CB-6E4A4651CD6A}" dt="2021-10-25T19:11:18.049" v="5"/>
        <pc:sldMasterMkLst>
          <pc:docMk/>
          <pc:sldMasterMk cId="3737509527" sldId="2147483696"/>
        </pc:sldMasterMkLst>
        <pc:sldLayoutChg chg="add mod replId">
          <pc:chgData name="Ashraf Badr" userId="a741a45a9d5b86eb" providerId="Windows Live" clId="Web-{EF0E61FB-9FC8-4ECD-A2CB-6E4A4651CD6A}" dt="2021-10-25T19:11:18.049" v="5"/>
          <pc:sldLayoutMkLst>
            <pc:docMk/>
            <pc:sldMasterMk cId="3737509527" sldId="2147483696"/>
            <pc:sldLayoutMk cId="578666769" sldId="2147483697"/>
          </pc:sldLayoutMkLst>
        </pc:sldLayoutChg>
        <pc:sldLayoutChg chg="add mod replId">
          <pc:chgData name="Ashraf Badr" userId="a741a45a9d5b86eb" providerId="Windows Live" clId="Web-{EF0E61FB-9FC8-4ECD-A2CB-6E4A4651CD6A}" dt="2021-10-25T19:11:18.049" v="5"/>
          <pc:sldLayoutMkLst>
            <pc:docMk/>
            <pc:sldMasterMk cId="3737509527" sldId="2147483696"/>
            <pc:sldLayoutMk cId="2616082769" sldId="2147483698"/>
          </pc:sldLayoutMkLst>
        </pc:sldLayoutChg>
        <pc:sldLayoutChg chg="add mod replId">
          <pc:chgData name="Ashraf Badr" userId="a741a45a9d5b86eb" providerId="Windows Live" clId="Web-{EF0E61FB-9FC8-4ECD-A2CB-6E4A4651CD6A}" dt="2021-10-25T19:11:18.049" v="5"/>
          <pc:sldLayoutMkLst>
            <pc:docMk/>
            <pc:sldMasterMk cId="3737509527" sldId="2147483696"/>
            <pc:sldLayoutMk cId="359652455" sldId="2147483699"/>
          </pc:sldLayoutMkLst>
        </pc:sldLayoutChg>
        <pc:sldLayoutChg chg="add mod replId">
          <pc:chgData name="Ashraf Badr" userId="a741a45a9d5b86eb" providerId="Windows Live" clId="Web-{EF0E61FB-9FC8-4ECD-A2CB-6E4A4651CD6A}" dt="2021-10-25T19:11:18.049" v="5"/>
          <pc:sldLayoutMkLst>
            <pc:docMk/>
            <pc:sldMasterMk cId="3737509527" sldId="2147483696"/>
            <pc:sldLayoutMk cId="988790488" sldId="2147483700"/>
          </pc:sldLayoutMkLst>
        </pc:sldLayoutChg>
        <pc:sldLayoutChg chg="add mod replId">
          <pc:chgData name="Ashraf Badr" userId="a741a45a9d5b86eb" providerId="Windows Live" clId="Web-{EF0E61FB-9FC8-4ECD-A2CB-6E4A4651CD6A}" dt="2021-10-25T19:11:18.049" v="5"/>
          <pc:sldLayoutMkLst>
            <pc:docMk/>
            <pc:sldMasterMk cId="3737509527" sldId="2147483696"/>
            <pc:sldLayoutMk cId="1800703030" sldId="2147483701"/>
          </pc:sldLayoutMkLst>
        </pc:sldLayoutChg>
        <pc:sldLayoutChg chg="add mod replId">
          <pc:chgData name="Ashraf Badr" userId="a741a45a9d5b86eb" providerId="Windows Live" clId="Web-{EF0E61FB-9FC8-4ECD-A2CB-6E4A4651CD6A}" dt="2021-10-25T19:11:18.049" v="5"/>
          <pc:sldLayoutMkLst>
            <pc:docMk/>
            <pc:sldMasterMk cId="3737509527" sldId="2147483696"/>
            <pc:sldLayoutMk cId="1139589371" sldId="2147483702"/>
          </pc:sldLayoutMkLst>
        </pc:sldLayoutChg>
        <pc:sldLayoutChg chg="add mod replId">
          <pc:chgData name="Ashraf Badr" userId="a741a45a9d5b86eb" providerId="Windows Live" clId="Web-{EF0E61FB-9FC8-4ECD-A2CB-6E4A4651CD6A}" dt="2021-10-25T19:11:18.049" v="5"/>
          <pc:sldLayoutMkLst>
            <pc:docMk/>
            <pc:sldMasterMk cId="3737509527" sldId="2147483696"/>
            <pc:sldLayoutMk cId="694728735" sldId="2147483703"/>
          </pc:sldLayoutMkLst>
        </pc:sldLayoutChg>
        <pc:sldLayoutChg chg="add mod replId">
          <pc:chgData name="Ashraf Badr" userId="a741a45a9d5b86eb" providerId="Windows Live" clId="Web-{EF0E61FB-9FC8-4ECD-A2CB-6E4A4651CD6A}" dt="2021-10-25T19:11:18.049" v="5"/>
          <pc:sldLayoutMkLst>
            <pc:docMk/>
            <pc:sldMasterMk cId="3737509527" sldId="2147483696"/>
            <pc:sldLayoutMk cId="2056071624" sldId="2147483704"/>
          </pc:sldLayoutMkLst>
        </pc:sldLayoutChg>
        <pc:sldLayoutChg chg="add mod replId">
          <pc:chgData name="Ashraf Badr" userId="a741a45a9d5b86eb" providerId="Windows Live" clId="Web-{EF0E61FB-9FC8-4ECD-A2CB-6E4A4651CD6A}" dt="2021-10-25T19:11:18.049" v="5"/>
          <pc:sldLayoutMkLst>
            <pc:docMk/>
            <pc:sldMasterMk cId="3737509527" sldId="2147483696"/>
            <pc:sldLayoutMk cId="1435905005" sldId="2147483705"/>
          </pc:sldLayoutMkLst>
        </pc:sldLayoutChg>
        <pc:sldLayoutChg chg="add mod replId">
          <pc:chgData name="Ashraf Badr" userId="a741a45a9d5b86eb" providerId="Windows Live" clId="Web-{EF0E61FB-9FC8-4ECD-A2CB-6E4A4651CD6A}" dt="2021-10-25T19:11:18.049" v="5"/>
          <pc:sldLayoutMkLst>
            <pc:docMk/>
            <pc:sldMasterMk cId="3737509527" sldId="2147483696"/>
            <pc:sldLayoutMk cId="1210099024" sldId="2147483706"/>
          </pc:sldLayoutMkLst>
        </pc:sldLayoutChg>
        <pc:sldLayoutChg chg="add mod replId">
          <pc:chgData name="Ashraf Badr" userId="a741a45a9d5b86eb" providerId="Windows Live" clId="Web-{EF0E61FB-9FC8-4ECD-A2CB-6E4A4651CD6A}" dt="2021-10-25T19:11:18.049" v="5"/>
          <pc:sldLayoutMkLst>
            <pc:docMk/>
            <pc:sldMasterMk cId="3737509527" sldId="2147483696"/>
            <pc:sldLayoutMk cId="1258470930" sldId="2147483707"/>
          </pc:sldLayoutMkLst>
        </pc:sldLayoutChg>
      </pc:sldMasterChg>
    </pc:docChg>
  </pc:docChgLst>
  <pc:docChgLst>
    <pc:chgData clId="Web-{A1350C2D-1523-4203-9234-AECF5EAEE8EB}"/>
    <pc:docChg chg="sldOrd">
      <pc:chgData name="" userId="" providerId="" clId="Web-{A1350C2D-1523-4203-9234-AECF5EAEE8EB}" dt="2021-10-23T17:45:26.855" v="0"/>
      <pc:docMkLst>
        <pc:docMk/>
      </pc:docMkLst>
      <pc:sldChg chg="ord">
        <pc:chgData name="" userId="" providerId="" clId="Web-{A1350C2D-1523-4203-9234-AECF5EAEE8EB}" dt="2021-10-23T17:45:26.855" v="0"/>
        <pc:sldMkLst>
          <pc:docMk/>
          <pc:sldMk cId="3104397509" sldId="259"/>
        </pc:sldMkLst>
      </pc:sldChg>
    </pc:docChg>
  </pc:docChgLst>
  <pc:docChgLst>
    <pc:chgData name="Ashraf Badr" userId="a741a45a9d5b86eb" providerId="Windows Live" clId="Web-{A1350C2D-1523-4203-9234-AECF5EAEE8EB}"/>
    <pc:docChg chg="modSld sldOrd">
      <pc:chgData name="Ashraf Badr" userId="a741a45a9d5b86eb" providerId="Windows Live" clId="Web-{A1350C2D-1523-4203-9234-AECF5EAEE8EB}" dt="2021-10-23T18:44:40.900" v="4"/>
      <pc:docMkLst>
        <pc:docMk/>
      </pc:docMkLst>
      <pc:sldChg chg="modSp">
        <pc:chgData name="Ashraf Badr" userId="a741a45a9d5b86eb" providerId="Windows Live" clId="Web-{A1350C2D-1523-4203-9234-AECF5EAEE8EB}" dt="2021-10-23T18:04:23.217" v="2" actId="20577"/>
        <pc:sldMkLst>
          <pc:docMk/>
          <pc:sldMk cId="2726367157" sldId="258"/>
        </pc:sldMkLst>
        <pc:spChg chg="mod">
          <ac:chgData name="Ashraf Badr" userId="a741a45a9d5b86eb" providerId="Windows Live" clId="Web-{A1350C2D-1523-4203-9234-AECF5EAEE8EB}" dt="2021-10-23T18:04:23.217" v="2" actId="20577"/>
          <ac:spMkLst>
            <pc:docMk/>
            <pc:sldMk cId="2726367157" sldId="258"/>
            <ac:spMk id="12" creationId="{5F683BAD-9B35-4E41-869C-E3A66AB39025}"/>
          </ac:spMkLst>
        </pc:spChg>
      </pc:sldChg>
      <pc:sldChg chg="ord">
        <pc:chgData name="Ashraf Badr" userId="a741a45a9d5b86eb" providerId="Windows Live" clId="Web-{A1350C2D-1523-4203-9234-AECF5EAEE8EB}" dt="2021-10-23T18:44:40.900" v="4"/>
        <pc:sldMkLst>
          <pc:docMk/>
          <pc:sldMk cId="269252039" sldId="261"/>
        </pc:sldMkLst>
      </pc:sldChg>
    </pc:docChg>
  </pc:docChgLst>
  <pc:docChgLst>
    <pc:chgData name="Ashraf Badr" userId="a741a45a9d5b86eb" providerId="Windows Live" clId="Web-{035DEF4A-ED2E-470D-A1F2-1CB9FB9BF5B5}"/>
    <pc:docChg chg="modSld">
      <pc:chgData name="Ashraf Badr" userId="a741a45a9d5b86eb" providerId="Windows Live" clId="Web-{035DEF4A-ED2E-470D-A1F2-1CB9FB9BF5B5}" dt="2021-10-26T19:10:04.520" v="0"/>
      <pc:docMkLst>
        <pc:docMk/>
      </pc:docMkLst>
      <pc:sldChg chg="mod setBg">
        <pc:chgData name="Ashraf Badr" userId="a741a45a9d5b86eb" providerId="Windows Live" clId="Web-{035DEF4A-ED2E-470D-A1F2-1CB9FB9BF5B5}" dt="2021-10-26T19:10:04.520" v="0"/>
        <pc:sldMkLst>
          <pc:docMk/>
          <pc:sldMk cId="3143213649" sldId="257"/>
        </pc:sldMkLst>
      </pc:sldChg>
    </pc:docChg>
  </pc:docChgLst>
  <pc:docChgLst>
    <pc:chgData name="Ashraf Badr" userId="a741a45a9d5b86eb" providerId="Windows Live" clId="Web-{67340895-22A9-4C15-9354-5791167DB34D}"/>
    <pc:docChg chg="modSld">
      <pc:chgData name="Ashraf Badr" userId="a741a45a9d5b86eb" providerId="Windows Live" clId="Web-{67340895-22A9-4C15-9354-5791167DB34D}" dt="2021-10-25T19:20:12.184" v="1"/>
      <pc:docMkLst>
        <pc:docMk/>
      </pc:docMkLst>
      <pc:sldChg chg="mod setBg">
        <pc:chgData name="Ashraf Badr" userId="a741a45a9d5b86eb" providerId="Windows Live" clId="Web-{67340895-22A9-4C15-9354-5791167DB34D}" dt="2021-10-25T19:20:12.184" v="1"/>
        <pc:sldMkLst>
          <pc:docMk/>
          <pc:sldMk cId="3143213649" sldId="257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10/26/2021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6667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10/26/2021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60827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10/26/2021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524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10/26/2021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87904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10/26/2021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7030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10/26/2021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95893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10/26/2021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7287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10/26/2021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60716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10/26/2021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59050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10/26/2021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0990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10/26/2021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84709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10/26/2021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75095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B00EW3SPM1s" TargetMode="Externa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2147DF-AB50-40CF-A16F-057CC38767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06003" y="1018596"/>
            <a:ext cx="8123497" cy="2577893"/>
          </a:xfrm>
        </p:spPr>
        <p:txBody>
          <a:bodyPr>
            <a:normAutofit/>
          </a:bodyPr>
          <a:lstStyle/>
          <a:p>
            <a:r>
              <a:rPr lang="en-US" sz="5400">
                <a:cs typeface="Calibri Light"/>
              </a:rPr>
              <a:t>Welcome To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E60C1A-02D3-4F60-A2D9-4B5F143C668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19475" y="3587650"/>
            <a:ext cx="4184101" cy="853099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000">
                <a:cs typeface="Calibri"/>
              </a:rPr>
              <a:t>By The Great Presenter</a:t>
            </a:r>
          </a:p>
        </p:txBody>
      </p:sp>
    </p:spTree>
    <p:extLst>
      <p:ext uri="{BB962C8B-B14F-4D97-AF65-F5344CB8AC3E}">
        <p14:creationId xmlns:p14="http://schemas.microsoft.com/office/powerpoint/2010/main" val="31432136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2147DF-AB50-40CF-A16F-057CC38767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>
                <a:cs typeface="Calibri Light"/>
              </a:rPr>
              <a:t>Merry Christmas!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43975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A92B1B-F89F-4BA4-A53B-38FD1036A6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845" y="-109328"/>
            <a:ext cx="10515600" cy="1325563"/>
          </a:xfrm>
        </p:spPr>
        <p:txBody>
          <a:bodyPr/>
          <a:lstStyle/>
          <a:p>
            <a:r>
              <a:rPr lang="en-US">
                <a:cs typeface="Calibri Light"/>
              </a:rPr>
              <a:t>COVID-19 Vaccine Scam Awareness</a:t>
            </a:r>
            <a:endParaRPr lang="en-US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5F683BAD-9B35-4E41-869C-E3A66AB390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5373" y="1340509"/>
            <a:ext cx="5157787" cy="368458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cs typeface="Calibri"/>
              </a:rPr>
              <a:t>Do not pay to get your name on a list to get the vaccine</a:t>
            </a:r>
          </a:p>
          <a:p>
            <a:r>
              <a:rPr lang="en-US">
                <a:cs typeface="Calibri"/>
              </a:rPr>
              <a:t>Do not share your personal or financial information with anyone over the phone or on the internet</a:t>
            </a:r>
          </a:p>
          <a:p>
            <a:pPr marL="0" indent="0">
              <a:buNone/>
            </a:pPr>
            <a:r>
              <a:rPr lang="en-US">
                <a:ea typeface="+mn-lt"/>
                <a:cs typeface="+mn-lt"/>
                <a:hlinkClick r:id="rId2"/>
              </a:rPr>
              <a:t>https://youtu.be/B00EW3SPM1s</a:t>
            </a:r>
            <a:endParaRPr lang="en-US"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7263671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4F419C-2AA0-4E23-B311-9A60E9752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cs typeface="Calibri Light"/>
              </a:rPr>
              <a:t>The Timeline of Product Release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D9CC0C-0C37-4788-8F0E-AA22A9E1B2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cs typeface="Calibri"/>
              </a:rPr>
              <a:t>The timeline:</a:t>
            </a:r>
            <a:endParaRPr lang="en-US"/>
          </a:p>
        </p:txBody>
      </p:sp>
      <p:sp>
        <p:nvSpPr>
          <p:cNvPr id="121" name="Content Placeholder 120">
            <a:extLst>
              <a:ext uri="{FF2B5EF4-FFF2-40B4-BE49-F238E27FC236}">
                <a16:creationId xmlns:a16="http://schemas.microsoft.com/office/drawing/2014/main" id="{7898A501-97B3-4BB2-B2B5-77521FF19BB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>
                <a:cs typeface="Calibri"/>
              </a:rPr>
              <a:t>1- Initiation - January</a:t>
            </a:r>
          </a:p>
          <a:p>
            <a:pPr marL="0" indent="0">
              <a:buNone/>
            </a:pPr>
            <a:r>
              <a:rPr lang="en-US">
                <a:cs typeface="Calibri"/>
              </a:rPr>
              <a:t>2- Negotiation - February</a:t>
            </a:r>
          </a:p>
          <a:p>
            <a:pPr marL="0" indent="0">
              <a:buNone/>
            </a:pPr>
            <a:r>
              <a:rPr lang="en-US">
                <a:cs typeface="Calibri"/>
              </a:rPr>
              <a:t>3- Standardization - March</a:t>
            </a:r>
          </a:p>
          <a:p>
            <a:pPr marL="0" indent="0">
              <a:buNone/>
            </a:pPr>
            <a:r>
              <a:rPr lang="en-US">
                <a:cs typeface="Calibri"/>
              </a:rPr>
              <a:t>4- Debriefing - April</a:t>
            </a:r>
          </a:p>
          <a:p>
            <a:pPr marL="0" indent="0">
              <a:buNone/>
            </a:pPr>
            <a:r>
              <a:rPr lang="en-US">
                <a:cs typeface="Calibri"/>
              </a:rPr>
              <a:t>5- Handing over - May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428587-1DF4-4F44-952F-44CB83C8E4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>
                <a:cs typeface="Calibri"/>
              </a:rPr>
              <a:t>Opportunities:</a:t>
            </a:r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24E5F4-2F84-4C8F-A6FA-7B54A602A01D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cs typeface="Calibri"/>
              </a:rPr>
              <a:t>Negiotating during initiation</a:t>
            </a:r>
          </a:p>
          <a:p>
            <a:r>
              <a:rPr lang="en-US">
                <a:cs typeface="Calibri"/>
              </a:rPr>
              <a:t>Less time in standardization</a:t>
            </a:r>
          </a:p>
          <a:p>
            <a:r>
              <a:rPr lang="en-US">
                <a:cs typeface="Calibri"/>
              </a:rPr>
              <a:t>Handing over before debriefing</a:t>
            </a:r>
          </a:p>
          <a:p>
            <a:endParaRPr lang="en-US"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92520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4F419C-2AA0-4E23-B311-9A60E9752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cs typeface="Calibri Light"/>
              </a:rPr>
              <a:t>The Process of Product Release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D9CC0C-0C37-4788-8F0E-AA22A9E1B2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cs typeface="Calibri"/>
              </a:rPr>
              <a:t>The cycle:</a:t>
            </a:r>
            <a:endParaRPr lang="en-US"/>
          </a:p>
        </p:txBody>
      </p:sp>
      <p:sp>
        <p:nvSpPr>
          <p:cNvPr id="121" name="Content Placeholder 120">
            <a:extLst>
              <a:ext uri="{FF2B5EF4-FFF2-40B4-BE49-F238E27FC236}">
                <a16:creationId xmlns:a16="http://schemas.microsoft.com/office/drawing/2014/main" id="{7898A501-97B3-4BB2-B2B5-77521FF19BB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>
                <a:cs typeface="Calibri"/>
              </a:rPr>
              <a:t>1- Initiation</a:t>
            </a:r>
          </a:p>
          <a:p>
            <a:pPr marL="0" indent="0">
              <a:buNone/>
            </a:pPr>
            <a:r>
              <a:rPr lang="en-US">
                <a:cs typeface="Calibri"/>
              </a:rPr>
              <a:t>2- Negotiation</a:t>
            </a:r>
          </a:p>
          <a:p>
            <a:pPr marL="0" indent="0">
              <a:buNone/>
            </a:pPr>
            <a:r>
              <a:rPr lang="en-US">
                <a:cs typeface="Calibri"/>
              </a:rPr>
              <a:t>3- Standardization</a:t>
            </a:r>
          </a:p>
          <a:p>
            <a:pPr marL="0" indent="0">
              <a:buNone/>
            </a:pPr>
            <a:r>
              <a:rPr lang="en-US">
                <a:cs typeface="Calibri"/>
              </a:rPr>
              <a:t>4- Debriefing</a:t>
            </a:r>
          </a:p>
          <a:p>
            <a:pPr marL="0" indent="0">
              <a:buNone/>
            </a:pPr>
            <a:r>
              <a:rPr lang="en-US">
                <a:cs typeface="Calibri"/>
              </a:rPr>
              <a:t>5- Handing over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428587-1DF4-4F44-952F-44CB83C8E4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>
                <a:cs typeface="Calibri"/>
              </a:rPr>
              <a:t>Advantages:</a:t>
            </a:r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24E5F4-2F84-4C8F-A6FA-7B54A602A01D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cs typeface="Calibri"/>
              </a:rPr>
              <a:t>Quick</a:t>
            </a:r>
          </a:p>
          <a:p>
            <a:r>
              <a:rPr lang="en-US">
                <a:cs typeface="Calibri"/>
              </a:rPr>
              <a:t>Efficient</a:t>
            </a:r>
          </a:p>
          <a:p>
            <a:r>
              <a:rPr lang="en-US">
                <a:cs typeface="Calibri"/>
              </a:rPr>
              <a:t>Cost-saving</a:t>
            </a:r>
          </a:p>
          <a:p>
            <a:endParaRPr lang="en-US"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504678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5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6" baseType="lpstr">
      <vt:lpstr>Office Theme</vt:lpstr>
      <vt:lpstr>Welcome To Presentation</vt:lpstr>
      <vt:lpstr>Merry Christmas!</vt:lpstr>
      <vt:lpstr>COVID-19 Vaccine Scam Awareness</vt:lpstr>
      <vt:lpstr>The Timeline of Product Release</vt:lpstr>
      <vt:lpstr>The Process of Product Release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revision>2</cp:revision>
  <dcterms:created xsi:type="dcterms:W3CDTF">2021-10-21T18:08:38Z</dcterms:created>
  <dcterms:modified xsi:type="dcterms:W3CDTF">2021-10-26T19:10:04Z</dcterms:modified>
</cp:coreProperties>
</file>