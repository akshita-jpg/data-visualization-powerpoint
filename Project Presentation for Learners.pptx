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7"/>
  </p:notesMasterIdLst>
  <p:sldIdLst>
    <p:sldId id="257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3A6EC-E928-4C1E-9753-059E3493C4F2}" v="503" dt="2021-10-23T17:01:01.227"/>
    <p1510:client id="{035DEF4A-ED2E-470D-A1F2-1CB9FB9BF5B5}" v="1" dt="2021-10-26T19:10:04.520"/>
    <p1510:client id="{37D169E8-E399-40F7-84DE-56F1276FA96E}" v="14" dt="2021-10-21T18:30:04.420"/>
    <p1510:client id="{67340895-22A9-4C15-9354-5791167DB34D}" v="2" dt="2021-10-25T19:20:12.184"/>
    <p1510:client id="{A1350C2D-1523-4203-9234-AECF5EAEE8EB}" v="6" dt="2021-10-23T18:44:40.900"/>
    <p1510:client id="{EF0E61FB-9FC8-4ECD-A2CB-6E4A4651CD6A}" v="7" dt="2021-10-25T19:14:01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BB335B-C777-433F-AAAB-4FDC535846F7}" type="doc">
      <dgm:prSet loTypeId="urn:microsoft.com/office/officeart/2005/8/layout/chevron1" loCatId="process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F7BC0160-5543-48BF-94CD-A5BD0D7E800B}">
      <dgm:prSet phldrT="[Text]" phldr="0"/>
      <dgm:spPr/>
      <dgm:t>
        <a:bodyPr/>
        <a:lstStyle/>
        <a:p>
          <a:r>
            <a:rPr lang="en-IN" dirty="0"/>
            <a:t>January</a:t>
          </a:r>
          <a:br>
            <a:rPr lang="en-IN" dirty="0"/>
          </a:br>
          <a:r>
            <a:rPr lang="en-IN" dirty="0"/>
            <a:t>(Initiation)</a:t>
          </a:r>
        </a:p>
      </dgm:t>
    </dgm:pt>
    <dgm:pt modelId="{15C498C1-EB4D-4E2B-AC8D-8204979F5B30}" type="parTrans" cxnId="{2C392D53-F70A-4A3C-B734-CF87179ED7F7}">
      <dgm:prSet/>
      <dgm:spPr/>
      <dgm:t>
        <a:bodyPr/>
        <a:lstStyle/>
        <a:p>
          <a:endParaRPr lang="en-IN"/>
        </a:p>
      </dgm:t>
    </dgm:pt>
    <dgm:pt modelId="{A379800D-CEC2-4B07-BCD6-A3782B053B61}" type="sibTrans" cxnId="{2C392D53-F70A-4A3C-B734-CF87179ED7F7}">
      <dgm:prSet/>
      <dgm:spPr/>
      <dgm:t>
        <a:bodyPr/>
        <a:lstStyle/>
        <a:p>
          <a:endParaRPr lang="en-IN"/>
        </a:p>
      </dgm:t>
    </dgm:pt>
    <dgm:pt modelId="{9EB26C35-8A09-40C9-8D09-12F6EECB24CE}">
      <dgm:prSet phldrT="[Text]" phldr="0"/>
      <dgm:spPr/>
      <dgm:t>
        <a:bodyPr/>
        <a:lstStyle/>
        <a:p>
          <a:r>
            <a:rPr lang="en-IN" dirty="0"/>
            <a:t>February</a:t>
          </a:r>
          <a:br>
            <a:rPr lang="en-IN" dirty="0"/>
          </a:br>
          <a:r>
            <a:rPr lang="en-IN" dirty="0"/>
            <a:t>(Negotiation)</a:t>
          </a:r>
        </a:p>
      </dgm:t>
    </dgm:pt>
    <dgm:pt modelId="{C8942DE2-1151-4CFD-927E-16B5B8CB653A}" type="parTrans" cxnId="{814FF5CD-0AB9-49F6-A657-1D6F38DE9F16}">
      <dgm:prSet/>
      <dgm:spPr/>
      <dgm:t>
        <a:bodyPr/>
        <a:lstStyle/>
        <a:p>
          <a:endParaRPr lang="en-IN"/>
        </a:p>
      </dgm:t>
    </dgm:pt>
    <dgm:pt modelId="{6E79DAC2-9744-42CE-A363-25B617FED9A5}" type="sibTrans" cxnId="{814FF5CD-0AB9-49F6-A657-1D6F38DE9F16}">
      <dgm:prSet/>
      <dgm:spPr/>
      <dgm:t>
        <a:bodyPr/>
        <a:lstStyle/>
        <a:p>
          <a:endParaRPr lang="en-IN"/>
        </a:p>
      </dgm:t>
    </dgm:pt>
    <dgm:pt modelId="{5DA7B9F4-B4D7-4CAE-8B84-6AF19F264442}">
      <dgm:prSet phldrT="[Text]" phldr="0"/>
      <dgm:spPr/>
      <dgm:t>
        <a:bodyPr/>
        <a:lstStyle/>
        <a:p>
          <a:r>
            <a:rPr lang="en-IN" dirty="0"/>
            <a:t>March</a:t>
          </a:r>
          <a:br>
            <a:rPr lang="en-IN" dirty="0"/>
          </a:br>
          <a:r>
            <a:rPr lang="en-IN" dirty="0"/>
            <a:t>(Standardisation)</a:t>
          </a:r>
        </a:p>
      </dgm:t>
    </dgm:pt>
    <dgm:pt modelId="{31FA6383-5841-4FE4-B7E3-FD3976048156}" type="parTrans" cxnId="{B09139E0-0B34-480E-A668-062E1CB9E8AD}">
      <dgm:prSet/>
      <dgm:spPr/>
      <dgm:t>
        <a:bodyPr/>
        <a:lstStyle/>
        <a:p>
          <a:endParaRPr lang="en-IN"/>
        </a:p>
      </dgm:t>
    </dgm:pt>
    <dgm:pt modelId="{7D50146C-1919-4650-A37F-1E28702AF76F}" type="sibTrans" cxnId="{B09139E0-0B34-480E-A668-062E1CB9E8AD}">
      <dgm:prSet/>
      <dgm:spPr/>
      <dgm:t>
        <a:bodyPr/>
        <a:lstStyle/>
        <a:p>
          <a:endParaRPr lang="en-IN"/>
        </a:p>
      </dgm:t>
    </dgm:pt>
    <dgm:pt modelId="{BFB8E206-4B3D-412A-BF8C-51BD1D157214}">
      <dgm:prSet phldrT="[Text]" phldr="0"/>
      <dgm:spPr/>
      <dgm:t>
        <a:bodyPr/>
        <a:lstStyle/>
        <a:p>
          <a:r>
            <a:rPr lang="en-IN" dirty="0"/>
            <a:t>April</a:t>
          </a:r>
          <a:br>
            <a:rPr lang="en-IN" dirty="0"/>
          </a:br>
          <a:r>
            <a:rPr lang="en-IN" dirty="0"/>
            <a:t>(Debriefing)</a:t>
          </a:r>
        </a:p>
      </dgm:t>
    </dgm:pt>
    <dgm:pt modelId="{C25B71AF-6517-41A9-86F2-451442E62240}" type="parTrans" cxnId="{28DDDEBB-526F-49FA-ACB4-3FD43CD33A86}">
      <dgm:prSet/>
      <dgm:spPr/>
      <dgm:t>
        <a:bodyPr/>
        <a:lstStyle/>
        <a:p>
          <a:endParaRPr lang="en-IN"/>
        </a:p>
      </dgm:t>
    </dgm:pt>
    <dgm:pt modelId="{D02AC9F5-1BD2-42FB-80BF-BDC27CF8BBEB}" type="sibTrans" cxnId="{28DDDEBB-526F-49FA-ACB4-3FD43CD33A86}">
      <dgm:prSet/>
      <dgm:spPr/>
      <dgm:t>
        <a:bodyPr/>
        <a:lstStyle/>
        <a:p>
          <a:endParaRPr lang="en-IN"/>
        </a:p>
      </dgm:t>
    </dgm:pt>
    <dgm:pt modelId="{DEFE02B1-7F6C-4900-858F-2AF8C13EE04D}">
      <dgm:prSet phldrT="[Text]" phldr="0"/>
      <dgm:spPr/>
      <dgm:t>
        <a:bodyPr/>
        <a:lstStyle/>
        <a:p>
          <a:r>
            <a:rPr lang="en-IN" dirty="0"/>
            <a:t>May</a:t>
          </a:r>
          <a:br>
            <a:rPr lang="en-IN" dirty="0"/>
          </a:br>
          <a:r>
            <a:rPr lang="en-IN" dirty="0"/>
            <a:t>(Handing over)</a:t>
          </a:r>
        </a:p>
      </dgm:t>
    </dgm:pt>
    <dgm:pt modelId="{92F72997-A896-4F92-880E-7A5B3D7DFF4D}" type="parTrans" cxnId="{84B0FA96-58A8-476F-BE2F-4FDF7735BFB1}">
      <dgm:prSet/>
      <dgm:spPr/>
      <dgm:t>
        <a:bodyPr/>
        <a:lstStyle/>
        <a:p>
          <a:endParaRPr lang="en-IN"/>
        </a:p>
      </dgm:t>
    </dgm:pt>
    <dgm:pt modelId="{0451E686-3FC2-43AA-BAC8-2B60ECEBB0FE}" type="sibTrans" cxnId="{84B0FA96-58A8-476F-BE2F-4FDF7735BFB1}">
      <dgm:prSet/>
      <dgm:spPr/>
      <dgm:t>
        <a:bodyPr/>
        <a:lstStyle/>
        <a:p>
          <a:endParaRPr lang="en-IN"/>
        </a:p>
      </dgm:t>
    </dgm:pt>
    <dgm:pt modelId="{41761C3B-9C0F-4A88-B729-3322AE9E744C}" type="pres">
      <dgm:prSet presAssocID="{11BB335B-C777-433F-AAAB-4FDC535846F7}" presName="Name0" presStyleCnt="0">
        <dgm:presLayoutVars>
          <dgm:dir/>
          <dgm:animLvl val="lvl"/>
          <dgm:resizeHandles val="exact"/>
        </dgm:presLayoutVars>
      </dgm:prSet>
      <dgm:spPr/>
    </dgm:pt>
    <dgm:pt modelId="{0413A0B6-AD3D-4B25-9464-5D056C7A4A0A}" type="pres">
      <dgm:prSet presAssocID="{F7BC0160-5543-48BF-94CD-A5BD0D7E800B}" presName="parTxOnly" presStyleLbl="node1" presStyleIdx="0" presStyleCnt="5" custLinFactNeighborX="21888" custLinFactNeighborY="0">
        <dgm:presLayoutVars>
          <dgm:chMax val="0"/>
          <dgm:chPref val="0"/>
          <dgm:bulletEnabled val="1"/>
        </dgm:presLayoutVars>
      </dgm:prSet>
      <dgm:spPr/>
    </dgm:pt>
    <dgm:pt modelId="{E99592F4-F8ED-4621-A2F1-D528E1515E79}" type="pres">
      <dgm:prSet presAssocID="{A379800D-CEC2-4B07-BCD6-A3782B053B61}" presName="parTxOnlySpace" presStyleCnt="0"/>
      <dgm:spPr/>
    </dgm:pt>
    <dgm:pt modelId="{9CB6B89F-62C7-450D-8D2E-E7BB15A63C2A}" type="pres">
      <dgm:prSet presAssocID="{9EB26C35-8A09-40C9-8D09-12F6EECB24C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6F19C58C-ED97-442D-BD5D-86552A6AD686}" type="pres">
      <dgm:prSet presAssocID="{6E79DAC2-9744-42CE-A363-25B617FED9A5}" presName="parTxOnlySpace" presStyleCnt="0"/>
      <dgm:spPr/>
    </dgm:pt>
    <dgm:pt modelId="{0790FE2F-E00B-41E9-A3E7-A6E81BAC2ABE}" type="pres">
      <dgm:prSet presAssocID="{5DA7B9F4-B4D7-4CAE-8B84-6AF19F264442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262A9F2-FE5B-4916-81F7-1C05FB17016B}" type="pres">
      <dgm:prSet presAssocID="{7D50146C-1919-4650-A37F-1E28702AF76F}" presName="parTxOnlySpace" presStyleCnt="0"/>
      <dgm:spPr/>
    </dgm:pt>
    <dgm:pt modelId="{35979F27-99FE-43DC-8A52-52F078F08F19}" type="pres">
      <dgm:prSet presAssocID="{BFB8E206-4B3D-412A-BF8C-51BD1D157214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41104C2-9E19-4665-B0A6-6236FD3B54C3}" type="pres">
      <dgm:prSet presAssocID="{D02AC9F5-1BD2-42FB-80BF-BDC27CF8BBEB}" presName="parTxOnlySpace" presStyleCnt="0"/>
      <dgm:spPr/>
    </dgm:pt>
    <dgm:pt modelId="{52A9BB77-8D66-443F-8DEF-D214FB180201}" type="pres">
      <dgm:prSet presAssocID="{DEFE02B1-7F6C-4900-858F-2AF8C13EE04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56BF612-0A5C-40E2-91EB-516F7DDB1A1D}" type="presOf" srcId="{9EB26C35-8A09-40C9-8D09-12F6EECB24CE}" destId="{9CB6B89F-62C7-450D-8D2E-E7BB15A63C2A}" srcOrd="0" destOrd="0" presId="urn:microsoft.com/office/officeart/2005/8/layout/chevron1"/>
    <dgm:cxn modelId="{331B0428-F3B4-43C5-A675-EFF01C3644F6}" type="presOf" srcId="{DEFE02B1-7F6C-4900-858F-2AF8C13EE04D}" destId="{52A9BB77-8D66-443F-8DEF-D214FB180201}" srcOrd="0" destOrd="0" presId="urn:microsoft.com/office/officeart/2005/8/layout/chevron1"/>
    <dgm:cxn modelId="{2C392D53-F70A-4A3C-B734-CF87179ED7F7}" srcId="{11BB335B-C777-433F-AAAB-4FDC535846F7}" destId="{F7BC0160-5543-48BF-94CD-A5BD0D7E800B}" srcOrd="0" destOrd="0" parTransId="{15C498C1-EB4D-4E2B-AC8D-8204979F5B30}" sibTransId="{A379800D-CEC2-4B07-BCD6-A3782B053B61}"/>
    <dgm:cxn modelId="{34C65684-2E09-4A3E-8B64-840650FD026D}" type="presOf" srcId="{F7BC0160-5543-48BF-94CD-A5BD0D7E800B}" destId="{0413A0B6-AD3D-4B25-9464-5D056C7A4A0A}" srcOrd="0" destOrd="0" presId="urn:microsoft.com/office/officeart/2005/8/layout/chevron1"/>
    <dgm:cxn modelId="{84B0FA96-58A8-476F-BE2F-4FDF7735BFB1}" srcId="{11BB335B-C777-433F-AAAB-4FDC535846F7}" destId="{DEFE02B1-7F6C-4900-858F-2AF8C13EE04D}" srcOrd="4" destOrd="0" parTransId="{92F72997-A896-4F92-880E-7A5B3D7DFF4D}" sibTransId="{0451E686-3FC2-43AA-BAC8-2B60ECEBB0FE}"/>
    <dgm:cxn modelId="{A55CC19E-F6ED-44E5-ACE4-B6F9B3791537}" type="presOf" srcId="{11BB335B-C777-433F-AAAB-4FDC535846F7}" destId="{41761C3B-9C0F-4A88-B729-3322AE9E744C}" srcOrd="0" destOrd="0" presId="urn:microsoft.com/office/officeart/2005/8/layout/chevron1"/>
    <dgm:cxn modelId="{28DDDEBB-526F-49FA-ACB4-3FD43CD33A86}" srcId="{11BB335B-C777-433F-AAAB-4FDC535846F7}" destId="{BFB8E206-4B3D-412A-BF8C-51BD1D157214}" srcOrd="3" destOrd="0" parTransId="{C25B71AF-6517-41A9-86F2-451442E62240}" sibTransId="{D02AC9F5-1BD2-42FB-80BF-BDC27CF8BBEB}"/>
    <dgm:cxn modelId="{814FF5CD-0AB9-49F6-A657-1D6F38DE9F16}" srcId="{11BB335B-C777-433F-AAAB-4FDC535846F7}" destId="{9EB26C35-8A09-40C9-8D09-12F6EECB24CE}" srcOrd="1" destOrd="0" parTransId="{C8942DE2-1151-4CFD-927E-16B5B8CB653A}" sibTransId="{6E79DAC2-9744-42CE-A363-25B617FED9A5}"/>
    <dgm:cxn modelId="{F08112D7-F1A2-4B67-B2B9-59D9ABBEB6B4}" type="presOf" srcId="{BFB8E206-4B3D-412A-BF8C-51BD1D157214}" destId="{35979F27-99FE-43DC-8A52-52F078F08F19}" srcOrd="0" destOrd="0" presId="urn:microsoft.com/office/officeart/2005/8/layout/chevron1"/>
    <dgm:cxn modelId="{9E111CDD-431B-44EB-8D22-57092C9C1B5A}" type="presOf" srcId="{5DA7B9F4-B4D7-4CAE-8B84-6AF19F264442}" destId="{0790FE2F-E00B-41E9-A3E7-A6E81BAC2ABE}" srcOrd="0" destOrd="0" presId="urn:microsoft.com/office/officeart/2005/8/layout/chevron1"/>
    <dgm:cxn modelId="{B09139E0-0B34-480E-A668-062E1CB9E8AD}" srcId="{11BB335B-C777-433F-AAAB-4FDC535846F7}" destId="{5DA7B9F4-B4D7-4CAE-8B84-6AF19F264442}" srcOrd="2" destOrd="0" parTransId="{31FA6383-5841-4FE4-B7E3-FD3976048156}" sibTransId="{7D50146C-1919-4650-A37F-1E28702AF76F}"/>
    <dgm:cxn modelId="{701E04A8-E031-4E9D-86C7-9B5C174FBF6C}" type="presParOf" srcId="{41761C3B-9C0F-4A88-B729-3322AE9E744C}" destId="{0413A0B6-AD3D-4B25-9464-5D056C7A4A0A}" srcOrd="0" destOrd="0" presId="urn:microsoft.com/office/officeart/2005/8/layout/chevron1"/>
    <dgm:cxn modelId="{DA66AB93-6C83-4262-A3B5-8C8B7E517C01}" type="presParOf" srcId="{41761C3B-9C0F-4A88-B729-3322AE9E744C}" destId="{E99592F4-F8ED-4621-A2F1-D528E1515E79}" srcOrd="1" destOrd="0" presId="urn:microsoft.com/office/officeart/2005/8/layout/chevron1"/>
    <dgm:cxn modelId="{111072E6-2BBC-4765-A339-0034AE4C82CD}" type="presParOf" srcId="{41761C3B-9C0F-4A88-B729-3322AE9E744C}" destId="{9CB6B89F-62C7-450D-8D2E-E7BB15A63C2A}" srcOrd="2" destOrd="0" presId="urn:microsoft.com/office/officeart/2005/8/layout/chevron1"/>
    <dgm:cxn modelId="{7AAD99E6-23C4-4D72-8FB6-25A6BB7C185F}" type="presParOf" srcId="{41761C3B-9C0F-4A88-B729-3322AE9E744C}" destId="{6F19C58C-ED97-442D-BD5D-86552A6AD686}" srcOrd="3" destOrd="0" presId="urn:microsoft.com/office/officeart/2005/8/layout/chevron1"/>
    <dgm:cxn modelId="{B3BFB7F4-A72D-4ACD-8B25-B5FFBDB21A66}" type="presParOf" srcId="{41761C3B-9C0F-4A88-B729-3322AE9E744C}" destId="{0790FE2F-E00B-41E9-A3E7-A6E81BAC2ABE}" srcOrd="4" destOrd="0" presId="urn:microsoft.com/office/officeart/2005/8/layout/chevron1"/>
    <dgm:cxn modelId="{5D31E7C1-8DAD-4F5A-8B4B-0E61E83DFE9F}" type="presParOf" srcId="{41761C3B-9C0F-4A88-B729-3322AE9E744C}" destId="{E262A9F2-FE5B-4916-81F7-1C05FB17016B}" srcOrd="5" destOrd="0" presId="urn:microsoft.com/office/officeart/2005/8/layout/chevron1"/>
    <dgm:cxn modelId="{77374A48-E210-4CC6-AE0F-192CEDD5E8EB}" type="presParOf" srcId="{41761C3B-9C0F-4A88-B729-3322AE9E744C}" destId="{35979F27-99FE-43DC-8A52-52F078F08F19}" srcOrd="6" destOrd="0" presId="urn:microsoft.com/office/officeart/2005/8/layout/chevron1"/>
    <dgm:cxn modelId="{3AD06EF6-E591-4137-8BC0-19A72A66D014}" type="presParOf" srcId="{41761C3B-9C0F-4A88-B729-3322AE9E744C}" destId="{341104C2-9E19-4665-B0A6-6236FD3B54C3}" srcOrd="7" destOrd="0" presId="urn:microsoft.com/office/officeart/2005/8/layout/chevron1"/>
    <dgm:cxn modelId="{C8534DFD-B418-4E1C-A1D8-820CD60B9D69}" type="presParOf" srcId="{41761C3B-9C0F-4A88-B729-3322AE9E744C}" destId="{52A9BB77-8D66-443F-8DEF-D214FB180201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543333-53C1-48BF-BDEC-3B61988AEC0E}" type="doc">
      <dgm:prSet loTypeId="urn:microsoft.com/office/officeart/2005/8/layout/cycle2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E0748B43-73AE-45FF-810A-8BE5DD42A5BF}">
      <dgm:prSet phldrT="[Text]" phldr="0"/>
      <dgm:spPr/>
      <dgm:t>
        <a:bodyPr/>
        <a:lstStyle/>
        <a:p>
          <a:r>
            <a:rPr lang="en-IN" dirty="0"/>
            <a:t>Initiation</a:t>
          </a:r>
        </a:p>
      </dgm:t>
    </dgm:pt>
    <dgm:pt modelId="{29392E2E-367F-4686-B429-71FE237C0D97}" type="parTrans" cxnId="{85AEB5F1-7F37-471D-9FB8-D6DE91262B2B}">
      <dgm:prSet/>
      <dgm:spPr/>
      <dgm:t>
        <a:bodyPr/>
        <a:lstStyle/>
        <a:p>
          <a:endParaRPr lang="en-IN"/>
        </a:p>
      </dgm:t>
    </dgm:pt>
    <dgm:pt modelId="{65E278A9-3DB5-44A7-B200-138EF792F684}" type="sibTrans" cxnId="{85AEB5F1-7F37-471D-9FB8-D6DE91262B2B}">
      <dgm:prSet/>
      <dgm:spPr/>
      <dgm:t>
        <a:bodyPr/>
        <a:lstStyle/>
        <a:p>
          <a:endParaRPr lang="en-IN"/>
        </a:p>
      </dgm:t>
    </dgm:pt>
    <dgm:pt modelId="{1E2F7A67-9CF3-410C-9FDE-3F7C86EC1BD7}">
      <dgm:prSet phldrT="[Text]" phldr="0"/>
      <dgm:spPr/>
      <dgm:t>
        <a:bodyPr/>
        <a:lstStyle/>
        <a:p>
          <a:r>
            <a:rPr lang="en-IN" dirty="0"/>
            <a:t>Negotiation</a:t>
          </a:r>
        </a:p>
      </dgm:t>
    </dgm:pt>
    <dgm:pt modelId="{54FFB71E-F871-4691-9933-8D0EAEDD2FE7}" type="parTrans" cxnId="{6D44D0A5-4840-4BC1-A363-36D76FCAA626}">
      <dgm:prSet/>
      <dgm:spPr/>
      <dgm:t>
        <a:bodyPr/>
        <a:lstStyle/>
        <a:p>
          <a:endParaRPr lang="en-IN"/>
        </a:p>
      </dgm:t>
    </dgm:pt>
    <dgm:pt modelId="{E1C78FBF-4931-4759-8067-683D7E72552B}" type="sibTrans" cxnId="{6D44D0A5-4840-4BC1-A363-36D76FCAA626}">
      <dgm:prSet/>
      <dgm:spPr/>
      <dgm:t>
        <a:bodyPr/>
        <a:lstStyle/>
        <a:p>
          <a:endParaRPr lang="en-IN"/>
        </a:p>
      </dgm:t>
    </dgm:pt>
    <dgm:pt modelId="{7B6619E6-EB54-4C35-9369-706A491F3785}">
      <dgm:prSet phldrT="[Text]" phldr="0"/>
      <dgm:spPr/>
      <dgm:t>
        <a:bodyPr/>
        <a:lstStyle/>
        <a:p>
          <a:r>
            <a:rPr lang="en-IN" dirty="0"/>
            <a:t>Standardization</a:t>
          </a:r>
        </a:p>
      </dgm:t>
    </dgm:pt>
    <dgm:pt modelId="{48B8FC04-0886-4769-B9B1-0351206EE145}" type="parTrans" cxnId="{C5CCBC8C-626C-4E3C-B6AD-567E6271AEBB}">
      <dgm:prSet/>
      <dgm:spPr/>
      <dgm:t>
        <a:bodyPr/>
        <a:lstStyle/>
        <a:p>
          <a:endParaRPr lang="en-IN"/>
        </a:p>
      </dgm:t>
    </dgm:pt>
    <dgm:pt modelId="{C973B86B-5EE6-4B15-940F-4B68D13B21BE}" type="sibTrans" cxnId="{C5CCBC8C-626C-4E3C-B6AD-567E6271AEBB}">
      <dgm:prSet/>
      <dgm:spPr/>
      <dgm:t>
        <a:bodyPr/>
        <a:lstStyle/>
        <a:p>
          <a:endParaRPr lang="en-IN"/>
        </a:p>
      </dgm:t>
    </dgm:pt>
    <dgm:pt modelId="{FD9BA802-9CAC-4698-BF07-770A6F951222}">
      <dgm:prSet phldrT="[Text]" phldr="0"/>
      <dgm:spPr/>
      <dgm:t>
        <a:bodyPr/>
        <a:lstStyle/>
        <a:p>
          <a:r>
            <a:rPr lang="en-IN" dirty="0"/>
            <a:t>Debriefing</a:t>
          </a:r>
        </a:p>
      </dgm:t>
    </dgm:pt>
    <dgm:pt modelId="{025A5188-7424-49AB-A6D9-3CA6F0456342}" type="parTrans" cxnId="{6BEA2B00-5D16-451A-9EF5-330408D5BEFF}">
      <dgm:prSet/>
      <dgm:spPr/>
      <dgm:t>
        <a:bodyPr/>
        <a:lstStyle/>
        <a:p>
          <a:endParaRPr lang="en-IN"/>
        </a:p>
      </dgm:t>
    </dgm:pt>
    <dgm:pt modelId="{F1680562-DB81-48CC-ACE5-AB81181D3B9C}" type="sibTrans" cxnId="{6BEA2B00-5D16-451A-9EF5-330408D5BEFF}">
      <dgm:prSet/>
      <dgm:spPr/>
      <dgm:t>
        <a:bodyPr/>
        <a:lstStyle/>
        <a:p>
          <a:endParaRPr lang="en-IN"/>
        </a:p>
      </dgm:t>
    </dgm:pt>
    <dgm:pt modelId="{6971F086-A116-47F3-A505-8CDAA9E3EC4A}">
      <dgm:prSet phldrT="[Text]" phldr="0"/>
      <dgm:spPr/>
      <dgm:t>
        <a:bodyPr/>
        <a:lstStyle/>
        <a:p>
          <a:r>
            <a:rPr lang="en-IN" dirty="0"/>
            <a:t>Handing over</a:t>
          </a:r>
        </a:p>
      </dgm:t>
    </dgm:pt>
    <dgm:pt modelId="{FEAE09AB-4146-4DDA-98A8-BD80BCB96F6C}" type="parTrans" cxnId="{713DE843-AAFE-4040-9EA5-CBA192081044}">
      <dgm:prSet/>
      <dgm:spPr/>
      <dgm:t>
        <a:bodyPr/>
        <a:lstStyle/>
        <a:p>
          <a:endParaRPr lang="en-IN"/>
        </a:p>
      </dgm:t>
    </dgm:pt>
    <dgm:pt modelId="{9EAAD5D2-3000-4D26-8BB9-E75E6FC4CD25}" type="sibTrans" cxnId="{713DE843-AAFE-4040-9EA5-CBA192081044}">
      <dgm:prSet/>
      <dgm:spPr/>
      <dgm:t>
        <a:bodyPr/>
        <a:lstStyle/>
        <a:p>
          <a:endParaRPr lang="en-IN"/>
        </a:p>
      </dgm:t>
    </dgm:pt>
    <dgm:pt modelId="{C8242831-2F2A-406D-9C3F-C372C7EA619A}" type="pres">
      <dgm:prSet presAssocID="{90543333-53C1-48BF-BDEC-3B61988AEC0E}" presName="cycle" presStyleCnt="0">
        <dgm:presLayoutVars>
          <dgm:dir/>
          <dgm:resizeHandles val="exact"/>
        </dgm:presLayoutVars>
      </dgm:prSet>
      <dgm:spPr/>
    </dgm:pt>
    <dgm:pt modelId="{90A36AB2-2DDA-4892-9E14-05F2782A76B0}" type="pres">
      <dgm:prSet presAssocID="{E0748B43-73AE-45FF-810A-8BE5DD42A5BF}" presName="node" presStyleLbl="node1" presStyleIdx="0" presStyleCnt="5">
        <dgm:presLayoutVars>
          <dgm:bulletEnabled val="1"/>
        </dgm:presLayoutVars>
      </dgm:prSet>
      <dgm:spPr/>
    </dgm:pt>
    <dgm:pt modelId="{DDFC707C-FF9E-47BD-9135-D95BADA2BE83}" type="pres">
      <dgm:prSet presAssocID="{65E278A9-3DB5-44A7-B200-138EF792F684}" presName="sibTrans" presStyleLbl="sibTrans2D1" presStyleIdx="0" presStyleCnt="5"/>
      <dgm:spPr/>
    </dgm:pt>
    <dgm:pt modelId="{1C4BE048-A71D-449B-8D2F-BAF5C1D52008}" type="pres">
      <dgm:prSet presAssocID="{65E278A9-3DB5-44A7-B200-138EF792F684}" presName="connectorText" presStyleLbl="sibTrans2D1" presStyleIdx="0" presStyleCnt="5"/>
      <dgm:spPr/>
    </dgm:pt>
    <dgm:pt modelId="{A0E1F036-E9BB-4213-94D9-902528778F89}" type="pres">
      <dgm:prSet presAssocID="{1E2F7A67-9CF3-410C-9FDE-3F7C86EC1BD7}" presName="node" presStyleLbl="node1" presStyleIdx="1" presStyleCnt="5">
        <dgm:presLayoutVars>
          <dgm:bulletEnabled val="1"/>
        </dgm:presLayoutVars>
      </dgm:prSet>
      <dgm:spPr/>
    </dgm:pt>
    <dgm:pt modelId="{980C8676-2DC5-427C-AC23-D755B0E61FB4}" type="pres">
      <dgm:prSet presAssocID="{E1C78FBF-4931-4759-8067-683D7E72552B}" presName="sibTrans" presStyleLbl="sibTrans2D1" presStyleIdx="1" presStyleCnt="5"/>
      <dgm:spPr/>
    </dgm:pt>
    <dgm:pt modelId="{1CC26ADF-A1B0-4BDC-BF01-36500C4708ED}" type="pres">
      <dgm:prSet presAssocID="{E1C78FBF-4931-4759-8067-683D7E72552B}" presName="connectorText" presStyleLbl="sibTrans2D1" presStyleIdx="1" presStyleCnt="5"/>
      <dgm:spPr/>
    </dgm:pt>
    <dgm:pt modelId="{8A5058CF-FAFF-49CC-B3F0-1A28ED32CDFC}" type="pres">
      <dgm:prSet presAssocID="{7B6619E6-EB54-4C35-9369-706A491F3785}" presName="node" presStyleLbl="node1" presStyleIdx="2" presStyleCnt="5">
        <dgm:presLayoutVars>
          <dgm:bulletEnabled val="1"/>
        </dgm:presLayoutVars>
      </dgm:prSet>
      <dgm:spPr/>
    </dgm:pt>
    <dgm:pt modelId="{F56DC0F7-C98E-430B-9406-F82A3768F1A1}" type="pres">
      <dgm:prSet presAssocID="{C973B86B-5EE6-4B15-940F-4B68D13B21BE}" presName="sibTrans" presStyleLbl="sibTrans2D1" presStyleIdx="2" presStyleCnt="5"/>
      <dgm:spPr/>
    </dgm:pt>
    <dgm:pt modelId="{90A820D1-3247-4A00-B12E-A6990DC80DC4}" type="pres">
      <dgm:prSet presAssocID="{C973B86B-5EE6-4B15-940F-4B68D13B21BE}" presName="connectorText" presStyleLbl="sibTrans2D1" presStyleIdx="2" presStyleCnt="5"/>
      <dgm:spPr/>
    </dgm:pt>
    <dgm:pt modelId="{E99F612E-D481-4101-9AD7-A88D2B5D12FA}" type="pres">
      <dgm:prSet presAssocID="{FD9BA802-9CAC-4698-BF07-770A6F951222}" presName="node" presStyleLbl="node1" presStyleIdx="3" presStyleCnt="5">
        <dgm:presLayoutVars>
          <dgm:bulletEnabled val="1"/>
        </dgm:presLayoutVars>
      </dgm:prSet>
      <dgm:spPr/>
    </dgm:pt>
    <dgm:pt modelId="{10D8982D-C88F-408C-8A9B-D00111E108C1}" type="pres">
      <dgm:prSet presAssocID="{F1680562-DB81-48CC-ACE5-AB81181D3B9C}" presName="sibTrans" presStyleLbl="sibTrans2D1" presStyleIdx="3" presStyleCnt="5"/>
      <dgm:spPr/>
    </dgm:pt>
    <dgm:pt modelId="{5C965F39-D54F-4645-981A-24713FDB7893}" type="pres">
      <dgm:prSet presAssocID="{F1680562-DB81-48CC-ACE5-AB81181D3B9C}" presName="connectorText" presStyleLbl="sibTrans2D1" presStyleIdx="3" presStyleCnt="5"/>
      <dgm:spPr/>
    </dgm:pt>
    <dgm:pt modelId="{91CA380E-722F-4A92-B678-6CB976BBACB6}" type="pres">
      <dgm:prSet presAssocID="{6971F086-A116-47F3-A505-8CDAA9E3EC4A}" presName="node" presStyleLbl="node1" presStyleIdx="4" presStyleCnt="5">
        <dgm:presLayoutVars>
          <dgm:bulletEnabled val="1"/>
        </dgm:presLayoutVars>
      </dgm:prSet>
      <dgm:spPr/>
    </dgm:pt>
    <dgm:pt modelId="{82120B1F-5E0A-408B-ACDA-916F3DA86AFA}" type="pres">
      <dgm:prSet presAssocID="{9EAAD5D2-3000-4D26-8BB9-E75E6FC4CD25}" presName="sibTrans" presStyleLbl="sibTrans2D1" presStyleIdx="4" presStyleCnt="5"/>
      <dgm:spPr/>
    </dgm:pt>
    <dgm:pt modelId="{AE3334D9-C579-4C27-889E-8A3B68EB8863}" type="pres">
      <dgm:prSet presAssocID="{9EAAD5D2-3000-4D26-8BB9-E75E6FC4CD25}" presName="connectorText" presStyleLbl="sibTrans2D1" presStyleIdx="4" presStyleCnt="5"/>
      <dgm:spPr/>
    </dgm:pt>
  </dgm:ptLst>
  <dgm:cxnLst>
    <dgm:cxn modelId="{6BEA2B00-5D16-451A-9EF5-330408D5BEFF}" srcId="{90543333-53C1-48BF-BDEC-3B61988AEC0E}" destId="{FD9BA802-9CAC-4698-BF07-770A6F951222}" srcOrd="3" destOrd="0" parTransId="{025A5188-7424-49AB-A6D9-3CA6F0456342}" sibTransId="{F1680562-DB81-48CC-ACE5-AB81181D3B9C}"/>
    <dgm:cxn modelId="{3FFD1604-D97C-4884-ACEA-4F0A3FB0E9BC}" type="presOf" srcId="{E0748B43-73AE-45FF-810A-8BE5DD42A5BF}" destId="{90A36AB2-2DDA-4892-9E14-05F2782A76B0}" srcOrd="0" destOrd="0" presId="urn:microsoft.com/office/officeart/2005/8/layout/cycle2"/>
    <dgm:cxn modelId="{0EAE6028-63B2-47E7-8960-D2FB7C32AC36}" type="presOf" srcId="{65E278A9-3DB5-44A7-B200-138EF792F684}" destId="{DDFC707C-FF9E-47BD-9135-D95BADA2BE83}" srcOrd="0" destOrd="0" presId="urn:microsoft.com/office/officeart/2005/8/layout/cycle2"/>
    <dgm:cxn modelId="{A9F18A28-FF13-420C-BF79-52517647EE2A}" type="presOf" srcId="{65E278A9-3DB5-44A7-B200-138EF792F684}" destId="{1C4BE048-A71D-449B-8D2F-BAF5C1D52008}" srcOrd="1" destOrd="0" presId="urn:microsoft.com/office/officeart/2005/8/layout/cycle2"/>
    <dgm:cxn modelId="{A506102A-E028-4437-BA3E-BD9BF6F2BA0F}" type="presOf" srcId="{9EAAD5D2-3000-4D26-8BB9-E75E6FC4CD25}" destId="{AE3334D9-C579-4C27-889E-8A3B68EB8863}" srcOrd="1" destOrd="0" presId="urn:microsoft.com/office/officeart/2005/8/layout/cycle2"/>
    <dgm:cxn modelId="{6890152C-7280-41C4-8943-8D17CB004CC8}" type="presOf" srcId="{F1680562-DB81-48CC-ACE5-AB81181D3B9C}" destId="{10D8982D-C88F-408C-8A9B-D00111E108C1}" srcOrd="0" destOrd="0" presId="urn:microsoft.com/office/officeart/2005/8/layout/cycle2"/>
    <dgm:cxn modelId="{713DE843-AAFE-4040-9EA5-CBA192081044}" srcId="{90543333-53C1-48BF-BDEC-3B61988AEC0E}" destId="{6971F086-A116-47F3-A505-8CDAA9E3EC4A}" srcOrd="4" destOrd="0" parTransId="{FEAE09AB-4146-4DDA-98A8-BD80BCB96F6C}" sibTransId="{9EAAD5D2-3000-4D26-8BB9-E75E6FC4CD25}"/>
    <dgm:cxn modelId="{133A3446-D6C2-4AB9-B10E-CE867703A5C1}" type="presOf" srcId="{E1C78FBF-4931-4759-8067-683D7E72552B}" destId="{980C8676-2DC5-427C-AC23-D755B0E61FB4}" srcOrd="0" destOrd="0" presId="urn:microsoft.com/office/officeart/2005/8/layout/cycle2"/>
    <dgm:cxn modelId="{193A3F49-9A00-402A-B8D1-881AAC763F70}" type="presOf" srcId="{F1680562-DB81-48CC-ACE5-AB81181D3B9C}" destId="{5C965F39-D54F-4645-981A-24713FDB7893}" srcOrd="1" destOrd="0" presId="urn:microsoft.com/office/officeart/2005/8/layout/cycle2"/>
    <dgm:cxn modelId="{ECC28183-7879-4994-9606-D761C2BEC2F8}" type="presOf" srcId="{6971F086-A116-47F3-A505-8CDAA9E3EC4A}" destId="{91CA380E-722F-4A92-B678-6CB976BBACB6}" srcOrd="0" destOrd="0" presId="urn:microsoft.com/office/officeart/2005/8/layout/cycle2"/>
    <dgm:cxn modelId="{C5CCBC8C-626C-4E3C-B6AD-567E6271AEBB}" srcId="{90543333-53C1-48BF-BDEC-3B61988AEC0E}" destId="{7B6619E6-EB54-4C35-9369-706A491F3785}" srcOrd="2" destOrd="0" parTransId="{48B8FC04-0886-4769-B9B1-0351206EE145}" sibTransId="{C973B86B-5EE6-4B15-940F-4B68D13B21BE}"/>
    <dgm:cxn modelId="{98F35290-8000-48A9-9F7F-54D70FF47587}" type="presOf" srcId="{90543333-53C1-48BF-BDEC-3B61988AEC0E}" destId="{C8242831-2F2A-406D-9C3F-C372C7EA619A}" srcOrd="0" destOrd="0" presId="urn:microsoft.com/office/officeart/2005/8/layout/cycle2"/>
    <dgm:cxn modelId="{33B1D591-CE2D-455D-A2F7-91B96BF99251}" type="presOf" srcId="{C973B86B-5EE6-4B15-940F-4B68D13B21BE}" destId="{90A820D1-3247-4A00-B12E-A6990DC80DC4}" srcOrd="1" destOrd="0" presId="urn:microsoft.com/office/officeart/2005/8/layout/cycle2"/>
    <dgm:cxn modelId="{6D44D0A5-4840-4BC1-A363-36D76FCAA626}" srcId="{90543333-53C1-48BF-BDEC-3B61988AEC0E}" destId="{1E2F7A67-9CF3-410C-9FDE-3F7C86EC1BD7}" srcOrd="1" destOrd="0" parTransId="{54FFB71E-F871-4691-9933-8D0EAEDD2FE7}" sibTransId="{E1C78FBF-4931-4759-8067-683D7E72552B}"/>
    <dgm:cxn modelId="{5E77B2A8-C3B9-44C3-A855-A06D45EB392E}" type="presOf" srcId="{FD9BA802-9CAC-4698-BF07-770A6F951222}" destId="{E99F612E-D481-4101-9AD7-A88D2B5D12FA}" srcOrd="0" destOrd="0" presId="urn:microsoft.com/office/officeart/2005/8/layout/cycle2"/>
    <dgm:cxn modelId="{85C050B3-168B-4BD6-9F9C-CCA54BAE2070}" type="presOf" srcId="{C973B86B-5EE6-4B15-940F-4B68D13B21BE}" destId="{F56DC0F7-C98E-430B-9406-F82A3768F1A1}" srcOrd="0" destOrd="0" presId="urn:microsoft.com/office/officeart/2005/8/layout/cycle2"/>
    <dgm:cxn modelId="{E82A08D1-3D66-43D6-AC97-540F21ABD5CB}" type="presOf" srcId="{E1C78FBF-4931-4759-8067-683D7E72552B}" destId="{1CC26ADF-A1B0-4BDC-BF01-36500C4708ED}" srcOrd="1" destOrd="0" presId="urn:microsoft.com/office/officeart/2005/8/layout/cycle2"/>
    <dgm:cxn modelId="{821C7FD1-147E-4287-86DA-3EEBBFFD61D8}" type="presOf" srcId="{1E2F7A67-9CF3-410C-9FDE-3F7C86EC1BD7}" destId="{A0E1F036-E9BB-4213-94D9-902528778F89}" srcOrd="0" destOrd="0" presId="urn:microsoft.com/office/officeart/2005/8/layout/cycle2"/>
    <dgm:cxn modelId="{6F7050F1-D52F-4E39-BAF8-13FA658DFC63}" type="presOf" srcId="{9EAAD5D2-3000-4D26-8BB9-E75E6FC4CD25}" destId="{82120B1F-5E0A-408B-ACDA-916F3DA86AFA}" srcOrd="0" destOrd="0" presId="urn:microsoft.com/office/officeart/2005/8/layout/cycle2"/>
    <dgm:cxn modelId="{85AEB5F1-7F37-471D-9FB8-D6DE91262B2B}" srcId="{90543333-53C1-48BF-BDEC-3B61988AEC0E}" destId="{E0748B43-73AE-45FF-810A-8BE5DD42A5BF}" srcOrd="0" destOrd="0" parTransId="{29392E2E-367F-4686-B429-71FE237C0D97}" sibTransId="{65E278A9-3DB5-44A7-B200-138EF792F684}"/>
    <dgm:cxn modelId="{25A65AF2-B143-4E73-B8DE-0C66171B8541}" type="presOf" srcId="{7B6619E6-EB54-4C35-9369-706A491F3785}" destId="{8A5058CF-FAFF-49CC-B3F0-1A28ED32CDFC}" srcOrd="0" destOrd="0" presId="urn:microsoft.com/office/officeart/2005/8/layout/cycle2"/>
    <dgm:cxn modelId="{22E0F382-41AF-49BC-A435-BF2D0E874EBF}" type="presParOf" srcId="{C8242831-2F2A-406D-9C3F-C372C7EA619A}" destId="{90A36AB2-2DDA-4892-9E14-05F2782A76B0}" srcOrd="0" destOrd="0" presId="urn:microsoft.com/office/officeart/2005/8/layout/cycle2"/>
    <dgm:cxn modelId="{C4CC1803-FDFF-4ED8-BF47-7CE267311A23}" type="presParOf" srcId="{C8242831-2F2A-406D-9C3F-C372C7EA619A}" destId="{DDFC707C-FF9E-47BD-9135-D95BADA2BE83}" srcOrd="1" destOrd="0" presId="urn:microsoft.com/office/officeart/2005/8/layout/cycle2"/>
    <dgm:cxn modelId="{040C5A04-0EA4-4FAA-A5CF-294C07657B82}" type="presParOf" srcId="{DDFC707C-FF9E-47BD-9135-D95BADA2BE83}" destId="{1C4BE048-A71D-449B-8D2F-BAF5C1D52008}" srcOrd="0" destOrd="0" presId="urn:microsoft.com/office/officeart/2005/8/layout/cycle2"/>
    <dgm:cxn modelId="{8A8F5D16-40AF-4CE7-8E0C-8C4EDECF40E1}" type="presParOf" srcId="{C8242831-2F2A-406D-9C3F-C372C7EA619A}" destId="{A0E1F036-E9BB-4213-94D9-902528778F89}" srcOrd="2" destOrd="0" presId="urn:microsoft.com/office/officeart/2005/8/layout/cycle2"/>
    <dgm:cxn modelId="{DF098B8D-5666-4E88-8F8E-771AD15BFE73}" type="presParOf" srcId="{C8242831-2F2A-406D-9C3F-C372C7EA619A}" destId="{980C8676-2DC5-427C-AC23-D755B0E61FB4}" srcOrd="3" destOrd="0" presId="urn:microsoft.com/office/officeart/2005/8/layout/cycle2"/>
    <dgm:cxn modelId="{73724463-C7E1-4724-84A0-2D4B06B06B62}" type="presParOf" srcId="{980C8676-2DC5-427C-AC23-D755B0E61FB4}" destId="{1CC26ADF-A1B0-4BDC-BF01-36500C4708ED}" srcOrd="0" destOrd="0" presId="urn:microsoft.com/office/officeart/2005/8/layout/cycle2"/>
    <dgm:cxn modelId="{DA421460-484C-4734-BCB6-60BE658AC8D1}" type="presParOf" srcId="{C8242831-2F2A-406D-9C3F-C372C7EA619A}" destId="{8A5058CF-FAFF-49CC-B3F0-1A28ED32CDFC}" srcOrd="4" destOrd="0" presId="urn:microsoft.com/office/officeart/2005/8/layout/cycle2"/>
    <dgm:cxn modelId="{76C0EAC7-5372-43CB-8B11-0BD829A07A12}" type="presParOf" srcId="{C8242831-2F2A-406D-9C3F-C372C7EA619A}" destId="{F56DC0F7-C98E-430B-9406-F82A3768F1A1}" srcOrd="5" destOrd="0" presId="urn:microsoft.com/office/officeart/2005/8/layout/cycle2"/>
    <dgm:cxn modelId="{2E352C66-1E4C-413A-85CC-2DCE47C28DC6}" type="presParOf" srcId="{F56DC0F7-C98E-430B-9406-F82A3768F1A1}" destId="{90A820D1-3247-4A00-B12E-A6990DC80DC4}" srcOrd="0" destOrd="0" presId="urn:microsoft.com/office/officeart/2005/8/layout/cycle2"/>
    <dgm:cxn modelId="{07594FC8-3B82-42C9-8735-1A813D34D8BF}" type="presParOf" srcId="{C8242831-2F2A-406D-9C3F-C372C7EA619A}" destId="{E99F612E-D481-4101-9AD7-A88D2B5D12FA}" srcOrd="6" destOrd="0" presId="urn:microsoft.com/office/officeart/2005/8/layout/cycle2"/>
    <dgm:cxn modelId="{ACDEB896-06CA-4E79-9358-75CFD9F4086F}" type="presParOf" srcId="{C8242831-2F2A-406D-9C3F-C372C7EA619A}" destId="{10D8982D-C88F-408C-8A9B-D00111E108C1}" srcOrd="7" destOrd="0" presId="urn:microsoft.com/office/officeart/2005/8/layout/cycle2"/>
    <dgm:cxn modelId="{91606CDA-0906-4D1D-8CA7-7A17B8DCBBFB}" type="presParOf" srcId="{10D8982D-C88F-408C-8A9B-D00111E108C1}" destId="{5C965F39-D54F-4645-981A-24713FDB7893}" srcOrd="0" destOrd="0" presId="urn:microsoft.com/office/officeart/2005/8/layout/cycle2"/>
    <dgm:cxn modelId="{E81456A5-2F37-4F4A-8365-B6637297A43D}" type="presParOf" srcId="{C8242831-2F2A-406D-9C3F-C372C7EA619A}" destId="{91CA380E-722F-4A92-B678-6CB976BBACB6}" srcOrd="8" destOrd="0" presId="urn:microsoft.com/office/officeart/2005/8/layout/cycle2"/>
    <dgm:cxn modelId="{20B780EA-D00B-41DF-9BF0-517356816F7A}" type="presParOf" srcId="{C8242831-2F2A-406D-9C3F-C372C7EA619A}" destId="{82120B1F-5E0A-408B-ACDA-916F3DA86AFA}" srcOrd="9" destOrd="0" presId="urn:microsoft.com/office/officeart/2005/8/layout/cycle2"/>
    <dgm:cxn modelId="{DCD38B9B-F140-45BF-BE55-B468C9A50701}" type="presParOf" srcId="{82120B1F-5E0A-408B-ACDA-916F3DA86AFA}" destId="{AE3334D9-C579-4C27-889E-8A3B68EB886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3A0B6-AD3D-4B25-9464-5D056C7A4A0A}">
      <dsp:nvSpPr>
        <dsp:cNvPr id="0" name=""/>
        <dsp:cNvSpPr/>
      </dsp:nvSpPr>
      <dsp:spPr>
        <a:xfrm>
          <a:off x="60960" y="898921"/>
          <a:ext cx="2649140" cy="105965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January</a:t>
          </a:r>
          <a:br>
            <a:rPr lang="en-IN" sz="1600" kern="1200" dirty="0"/>
          </a:br>
          <a:r>
            <a:rPr lang="en-IN" sz="1600" kern="1200" dirty="0"/>
            <a:t>(Initiation)</a:t>
          </a:r>
        </a:p>
      </dsp:txBody>
      <dsp:txXfrm>
        <a:off x="590788" y="898921"/>
        <a:ext cx="1589484" cy="1059656"/>
      </dsp:txXfrm>
    </dsp:sp>
    <dsp:sp modelId="{9CB6B89F-62C7-450D-8D2E-E7BB15A63C2A}">
      <dsp:nvSpPr>
        <dsp:cNvPr id="0" name=""/>
        <dsp:cNvSpPr/>
      </dsp:nvSpPr>
      <dsp:spPr>
        <a:xfrm>
          <a:off x="2387203" y="898921"/>
          <a:ext cx="2649140" cy="1059656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February</a:t>
          </a:r>
          <a:br>
            <a:rPr lang="en-IN" sz="1600" kern="1200" dirty="0"/>
          </a:br>
          <a:r>
            <a:rPr lang="en-IN" sz="1600" kern="1200" dirty="0"/>
            <a:t>(Negotiation)</a:t>
          </a:r>
        </a:p>
      </dsp:txBody>
      <dsp:txXfrm>
        <a:off x="2917031" y="898921"/>
        <a:ext cx="1589484" cy="1059656"/>
      </dsp:txXfrm>
    </dsp:sp>
    <dsp:sp modelId="{0790FE2F-E00B-41E9-A3E7-A6E81BAC2ABE}">
      <dsp:nvSpPr>
        <dsp:cNvPr id="0" name=""/>
        <dsp:cNvSpPr/>
      </dsp:nvSpPr>
      <dsp:spPr>
        <a:xfrm>
          <a:off x="4771429" y="898921"/>
          <a:ext cx="2649140" cy="105965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March</a:t>
          </a:r>
          <a:br>
            <a:rPr lang="en-IN" sz="1600" kern="1200" dirty="0"/>
          </a:br>
          <a:r>
            <a:rPr lang="en-IN" sz="1600" kern="1200" dirty="0"/>
            <a:t>(Standardisation)</a:t>
          </a:r>
        </a:p>
      </dsp:txBody>
      <dsp:txXfrm>
        <a:off x="5301257" y="898921"/>
        <a:ext cx="1589484" cy="1059656"/>
      </dsp:txXfrm>
    </dsp:sp>
    <dsp:sp modelId="{35979F27-99FE-43DC-8A52-52F078F08F19}">
      <dsp:nvSpPr>
        <dsp:cNvPr id="0" name=""/>
        <dsp:cNvSpPr/>
      </dsp:nvSpPr>
      <dsp:spPr>
        <a:xfrm>
          <a:off x="7155656" y="898921"/>
          <a:ext cx="2649140" cy="1059656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April</a:t>
          </a:r>
          <a:br>
            <a:rPr lang="en-IN" sz="1600" kern="1200" dirty="0"/>
          </a:br>
          <a:r>
            <a:rPr lang="en-IN" sz="1600" kern="1200" dirty="0"/>
            <a:t>(Debriefing)</a:t>
          </a:r>
        </a:p>
      </dsp:txBody>
      <dsp:txXfrm>
        <a:off x="7685484" y="898921"/>
        <a:ext cx="1589484" cy="1059656"/>
      </dsp:txXfrm>
    </dsp:sp>
    <dsp:sp modelId="{52A9BB77-8D66-443F-8DEF-D214FB180201}">
      <dsp:nvSpPr>
        <dsp:cNvPr id="0" name=""/>
        <dsp:cNvSpPr/>
      </dsp:nvSpPr>
      <dsp:spPr>
        <a:xfrm>
          <a:off x="9539882" y="898921"/>
          <a:ext cx="2649140" cy="1059656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May</a:t>
          </a:r>
          <a:br>
            <a:rPr lang="en-IN" sz="1600" kern="1200" dirty="0"/>
          </a:br>
          <a:r>
            <a:rPr lang="en-IN" sz="1600" kern="1200" dirty="0"/>
            <a:t>(Handing over)</a:t>
          </a:r>
        </a:p>
      </dsp:txBody>
      <dsp:txXfrm>
        <a:off x="10069710" y="898921"/>
        <a:ext cx="1589484" cy="1059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36AB2-2DDA-4892-9E14-05F2782A76B0}">
      <dsp:nvSpPr>
        <dsp:cNvPr id="0" name=""/>
        <dsp:cNvSpPr/>
      </dsp:nvSpPr>
      <dsp:spPr>
        <a:xfrm>
          <a:off x="2394240" y="1105"/>
          <a:ext cx="1047168" cy="104716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Initiation</a:t>
          </a:r>
        </a:p>
      </dsp:txBody>
      <dsp:txXfrm>
        <a:off x="2547594" y="154459"/>
        <a:ext cx="740460" cy="740460"/>
      </dsp:txXfrm>
    </dsp:sp>
    <dsp:sp modelId="{DDFC707C-FF9E-47BD-9135-D95BADA2BE83}">
      <dsp:nvSpPr>
        <dsp:cNvPr id="0" name=""/>
        <dsp:cNvSpPr/>
      </dsp:nvSpPr>
      <dsp:spPr>
        <a:xfrm rot="2160000">
          <a:off x="3408283" y="805398"/>
          <a:ext cx="278246" cy="3534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3416254" y="851550"/>
        <a:ext cx="194772" cy="212051"/>
      </dsp:txXfrm>
    </dsp:sp>
    <dsp:sp modelId="{A0E1F036-E9BB-4213-94D9-902528778F89}">
      <dsp:nvSpPr>
        <dsp:cNvPr id="0" name=""/>
        <dsp:cNvSpPr/>
      </dsp:nvSpPr>
      <dsp:spPr>
        <a:xfrm>
          <a:off x="3666146" y="925199"/>
          <a:ext cx="1047168" cy="1047168"/>
        </a:xfrm>
        <a:prstGeom prst="ellipse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Negotiation</a:t>
          </a:r>
        </a:p>
      </dsp:txBody>
      <dsp:txXfrm>
        <a:off x="3819500" y="1078553"/>
        <a:ext cx="740460" cy="740460"/>
      </dsp:txXfrm>
    </dsp:sp>
    <dsp:sp modelId="{980C8676-2DC5-427C-AC23-D755B0E61FB4}">
      <dsp:nvSpPr>
        <dsp:cNvPr id="0" name=""/>
        <dsp:cNvSpPr/>
      </dsp:nvSpPr>
      <dsp:spPr>
        <a:xfrm rot="6480000">
          <a:off x="3810128" y="2012191"/>
          <a:ext cx="278246" cy="3534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10800000">
        <a:off x="3864762" y="2043181"/>
        <a:ext cx="194772" cy="212051"/>
      </dsp:txXfrm>
    </dsp:sp>
    <dsp:sp modelId="{8A5058CF-FAFF-49CC-B3F0-1A28ED32CDFC}">
      <dsp:nvSpPr>
        <dsp:cNvPr id="0" name=""/>
        <dsp:cNvSpPr/>
      </dsp:nvSpPr>
      <dsp:spPr>
        <a:xfrm>
          <a:off x="3180321" y="2420413"/>
          <a:ext cx="1047168" cy="1047168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Standardization</a:t>
          </a:r>
        </a:p>
      </dsp:txBody>
      <dsp:txXfrm>
        <a:off x="3333675" y="2573767"/>
        <a:ext cx="740460" cy="740460"/>
      </dsp:txXfrm>
    </dsp:sp>
    <dsp:sp modelId="{F56DC0F7-C98E-430B-9406-F82A3768F1A1}">
      <dsp:nvSpPr>
        <dsp:cNvPr id="0" name=""/>
        <dsp:cNvSpPr/>
      </dsp:nvSpPr>
      <dsp:spPr>
        <a:xfrm rot="10800000">
          <a:off x="2786576" y="2767288"/>
          <a:ext cx="278246" cy="3534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10800000">
        <a:off x="2870050" y="2837972"/>
        <a:ext cx="194772" cy="212051"/>
      </dsp:txXfrm>
    </dsp:sp>
    <dsp:sp modelId="{E99F612E-D481-4101-9AD7-A88D2B5D12FA}">
      <dsp:nvSpPr>
        <dsp:cNvPr id="0" name=""/>
        <dsp:cNvSpPr/>
      </dsp:nvSpPr>
      <dsp:spPr>
        <a:xfrm>
          <a:off x="1608159" y="2420413"/>
          <a:ext cx="1047168" cy="1047168"/>
        </a:xfrm>
        <a:prstGeom prst="ellipse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Debriefing</a:t>
          </a:r>
        </a:p>
      </dsp:txBody>
      <dsp:txXfrm>
        <a:off x="1761513" y="2573767"/>
        <a:ext cx="740460" cy="740460"/>
      </dsp:txXfrm>
    </dsp:sp>
    <dsp:sp modelId="{10D8982D-C88F-408C-8A9B-D00111E108C1}">
      <dsp:nvSpPr>
        <dsp:cNvPr id="0" name=""/>
        <dsp:cNvSpPr/>
      </dsp:nvSpPr>
      <dsp:spPr>
        <a:xfrm rot="15120000">
          <a:off x="1752142" y="2027170"/>
          <a:ext cx="278246" cy="3534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10800000">
        <a:off x="1806776" y="2137548"/>
        <a:ext cx="194772" cy="212051"/>
      </dsp:txXfrm>
    </dsp:sp>
    <dsp:sp modelId="{91CA380E-722F-4A92-B678-6CB976BBACB6}">
      <dsp:nvSpPr>
        <dsp:cNvPr id="0" name=""/>
        <dsp:cNvSpPr/>
      </dsp:nvSpPr>
      <dsp:spPr>
        <a:xfrm>
          <a:off x="1122335" y="925199"/>
          <a:ext cx="1047168" cy="1047168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Handing over</a:t>
          </a:r>
        </a:p>
      </dsp:txBody>
      <dsp:txXfrm>
        <a:off x="1275689" y="1078553"/>
        <a:ext cx="740460" cy="740460"/>
      </dsp:txXfrm>
    </dsp:sp>
    <dsp:sp modelId="{82120B1F-5E0A-408B-ACDA-916F3DA86AFA}">
      <dsp:nvSpPr>
        <dsp:cNvPr id="0" name=""/>
        <dsp:cNvSpPr/>
      </dsp:nvSpPr>
      <dsp:spPr>
        <a:xfrm rot="19440000">
          <a:off x="2136378" y="814655"/>
          <a:ext cx="278246" cy="3534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2144349" y="909871"/>
        <a:ext cx="194772" cy="212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539D1-D4DE-44C1-9FC6-54229282D6E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35DA5-EA2F-4BC1-A4FF-DE6EB0F7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0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35DA5-EA2F-4BC1-A4FF-DE6EB0F74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113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D06D-89CC-975D-8223-CA9E17EFE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38844-6660-9A75-58B1-3DFAFC1A2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4B034-12D4-D94C-7759-FB3BD410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E0D0C-17EA-2341-C2CE-BC4B29DC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66E2-1CB7-5321-EC3B-966B23EDF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6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38EF-B040-2B50-7169-2510E1AA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F0F69-8C77-22DF-F082-917F4636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349C5-2241-8D52-2C46-69FA6D9E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402FB-A0F4-AB24-82A5-DA21232F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63434-A2E6-820D-AA39-C76D0FC0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4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D643-923B-31EB-5720-256026DC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45F45-6BAA-3A79-1C33-81D2A0D09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C8AB-FB55-C1B2-A40F-033FF648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0D3E5-502B-5821-2C3C-1EA9DA34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7A8BA-ACA7-993D-5FDC-7320C0E0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4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C58C-B229-F481-D864-B1B4A01D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76919-B1FA-56C0-DBAF-6FB5DA3B1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298C4-54A9-9F1B-1B36-22A4400FD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E2DB4-4813-A21F-04D1-EBBC8E99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A0D95-9563-9353-4DB1-97C4BD1F3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C4C71-D07B-53D8-F5BE-47CBAA52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3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5A37-6DAA-CC9B-24AC-128A8264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C6CF6-8BD6-D256-0212-96D0CC7D3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CCB74-203A-C214-91A5-7D9BE9406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F3B4D-409A-6397-C4FB-17C59E9DD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11DD8-9491-8681-FFF5-A60B1C972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E6DB0-C70E-62B2-6352-BC21B8EA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D4654-5BF2-0554-0038-DECFDF43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636BD-0F94-C53A-C403-5BF55CBB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FA54-0440-2FEF-74B3-30CFCF4D4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C0096-7A12-66E8-1462-BAB520E9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C4E80-C0A7-C43F-B834-81B5F3E4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9E4C5-93F9-568E-F4D2-1F23AC57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0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F0BA8-9DDF-2C59-915D-0CE9840D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748C8-89EC-BD67-D1FB-01519953F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4E869-FDAA-0981-7436-23D559C0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5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9059B-E380-B0E6-0C90-9A7A07EB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9C4E7-432D-BBEC-1935-B1786D5D6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ED6CE-136B-56C4-2EDD-26E8B19D8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7C13D-AE62-CEC4-2AB5-580BA50E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E6FAC-E269-218F-0F04-7D305EF8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A33C7-CA26-7F1F-7E09-003A4E48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2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B41B-F5E3-DAAD-DAAD-AACE7A6D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6B930-4C08-12E9-E6D0-3AC2E5A2F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B9EF9-7C2E-17B5-6E6B-B4C32813F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68E7-6454-9137-8BE5-964FE4F8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A8918-FF90-7BD6-72FA-62024E06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0A632-A113-AFA2-B2A1-7FD92236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9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9109-F985-3DC4-1F7A-834C96E8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86485-9501-DD39-E506-6816F468B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387D0-F489-5A5D-568C-DD9CB13D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14274-5560-EFFA-FCB7-965BE268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CEF56-9719-8D89-2982-009ED992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9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E8E2F-67E5-51FB-0AF9-F8EC95CE3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BDF1E-3D81-CC77-32F5-63B3DB49C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0253F-1BC2-F17B-EA2A-3E8621D9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30C54-47C8-F35A-1DC4-8DBD8923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3FB84-349A-1500-3D28-A2ACB0F7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34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2FA58-5B0A-8D2D-6FB5-6EA5AE25A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59C0F-6501-5382-0441-0AFC6823B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DCDC0-D20B-91A4-070B-686A9C06D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4F401-FFBD-B1A6-9362-898ECE8E5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9B221-13D0-9ECB-D5AB-A71A75BE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8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aAkMkVFwAoo?start=31&amp;feature=oembed" TargetMode="Externa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B00EW3SPM1s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47DF-AB50-40CF-A16F-057CC3876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6003" y="1018596"/>
            <a:ext cx="8123497" cy="2577893"/>
          </a:xfrm>
        </p:spPr>
        <p:txBody>
          <a:bodyPr>
            <a:normAutofit/>
          </a:bodyPr>
          <a:lstStyle/>
          <a:p>
            <a:r>
              <a:rPr lang="en-US" sz="5400">
                <a:cs typeface="Calibri Light"/>
              </a:rPr>
              <a:t>Welcome To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60C1A-02D3-4F60-A2D9-4B5F143C6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9475" y="3587650"/>
            <a:ext cx="4184101" cy="8530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cs typeface="Calibri"/>
              </a:rPr>
              <a:t>By The Great Presenter</a:t>
            </a:r>
          </a:p>
        </p:txBody>
      </p:sp>
    </p:spTree>
    <p:extLst>
      <p:ext uri="{BB962C8B-B14F-4D97-AF65-F5344CB8AC3E}">
        <p14:creationId xmlns:p14="http://schemas.microsoft.com/office/powerpoint/2010/main" val="314321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Mariah Carey - All I Want for Christmas Is You (Make My Wish Come True Edition)">
            <a:hlinkClick r:id="" action="ppaction://media"/>
            <a:extLst>
              <a:ext uri="{FF2B5EF4-FFF2-40B4-BE49-F238E27FC236}">
                <a16:creationId xmlns:a16="http://schemas.microsoft.com/office/drawing/2014/main" id="{DA094482-F16C-000C-9333-C123F4ED1A6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-17058"/>
            <a:ext cx="12275457" cy="68750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2147DF-AB50-40CF-A16F-057CC3876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63486" y="-526139"/>
            <a:ext cx="8871857" cy="15167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Calibri Light"/>
              </a:rPr>
              <a:t>Merry Christmas!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39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SCAM ALERT VIDEO - City of Cambridge">
            <a:hlinkClick r:id="" action="ppaction://media"/>
            <a:extLst>
              <a:ext uri="{FF2B5EF4-FFF2-40B4-BE49-F238E27FC236}">
                <a16:creationId xmlns:a16="http://schemas.microsoft.com/office/drawing/2014/main" id="{FF136F9B-0B4D-78BC-B2DF-B9676F639E5F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30775"/>
            <a:ext cx="12192000" cy="6888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A92B1B-F89F-4BA4-A53B-38FD1036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3792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Calibri Light"/>
              </a:rPr>
              <a:t>COVID-19 Vaccine Scam Awareness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6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419C-2AA0-4E23-B311-9A60E975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The Timeline of Product Release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24E5F4-2F84-4C8F-A6FA-7B54A602A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04406" y="4178300"/>
            <a:ext cx="5183188" cy="2501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cs typeface="Calibri"/>
              </a:rPr>
              <a:t>Opportunities:</a:t>
            </a:r>
          </a:p>
          <a:p>
            <a:r>
              <a:rPr lang="en-US" dirty="0">
                <a:cs typeface="Calibri"/>
              </a:rPr>
              <a:t>Negotiating during initiation</a:t>
            </a:r>
          </a:p>
          <a:p>
            <a:r>
              <a:rPr lang="en-US" dirty="0">
                <a:cs typeface="Calibri"/>
              </a:rPr>
              <a:t>Less time in standardization</a:t>
            </a:r>
          </a:p>
          <a:p>
            <a:r>
              <a:rPr lang="en-US" dirty="0">
                <a:cs typeface="Calibri"/>
              </a:rPr>
              <a:t>Handing over before debriefing</a:t>
            </a:r>
          </a:p>
          <a:p>
            <a:endParaRPr lang="en-US" dirty="0">
              <a:cs typeface="Calibri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2CEE477-57AF-E11F-A47C-1B8150F0D4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6620186"/>
              </p:ext>
            </p:extLst>
          </p:nvPr>
        </p:nvGraphicFramePr>
        <p:xfrm>
          <a:off x="-660400" y="1531145"/>
          <a:ext cx="12192000" cy="2857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2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413A0B6-AD3D-4B25-9464-5D056C7A4A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CB6B89F-62C7-450D-8D2E-E7BB15A63C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90FE2F-E00B-41E9-A3E7-A6E81BAC2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979F27-99FE-43DC-8A52-52F078F08F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A9BB77-8D66-443F-8DEF-D214FB180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419C-2AA0-4E23-B311-9A60E975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The Process of Product Release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28587-1DF4-4F44-952F-44CB83C8E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85606" y="5005125"/>
            <a:ext cx="5183188" cy="823912"/>
          </a:xfrm>
        </p:spPr>
        <p:txBody>
          <a:bodyPr/>
          <a:lstStyle/>
          <a:p>
            <a:r>
              <a:rPr lang="en-US" dirty="0">
                <a:cs typeface="Calibri"/>
              </a:rPr>
              <a:t>Advantages: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24E5F4-2F84-4C8F-A6FA-7B54A602A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85606" y="5854174"/>
            <a:ext cx="5183188" cy="100382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cs typeface="Calibri"/>
              </a:rPr>
              <a:t>Quick</a:t>
            </a:r>
          </a:p>
          <a:p>
            <a:r>
              <a:rPr lang="en-US" dirty="0">
                <a:cs typeface="Calibri"/>
              </a:rPr>
              <a:t>Efficient</a:t>
            </a:r>
          </a:p>
          <a:p>
            <a:r>
              <a:rPr lang="en-US" dirty="0">
                <a:cs typeface="Calibri"/>
              </a:rPr>
              <a:t>Cost-saving</a:t>
            </a:r>
          </a:p>
          <a:p>
            <a:endParaRPr lang="en-US" dirty="0">
              <a:cs typeface="Calibri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10180D4-536A-50A2-EFBE-6B03FDB91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587963"/>
              </p:ext>
            </p:extLst>
          </p:nvPr>
        </p:nvGraphicFramePr>
        <p:xfrm>
          <a:off x="3206750" y="1511300"/>
          <a:ext cx="5835650" cy="3468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046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75</Words>
  <Application>Microsoft Office PowerPoint</Application>
  <PresentationFormat>Widescreen</PresentationFormat>
  <Paragraphs>25</Paragraphs>
  <Slides>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Welcome To Presentation</vt:lpstr>
      <vt:lpstr>Merry Christmas!</vt:lpstr>
      <vt:lpstr>COVID-19 Vaccine Scam Awareness</vt:lpstr>
      <vt:lpstr>The Timeline of Product Release</vt:lpstr>
      <vt:lpstr>The Process of Product Release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AKSHITA .</dc:creator>
  <cp:lastModifiedBy>AKSHITA .</cp:lastModifiedBy>
  <cp:revision>3</cp:revision>
  <dcterms:created xsi:type="dcterms:W3CDTF">2021-10-21T18:08:38Z</dcterms:created>
  <dcterms:modified xsi:type="dcterms:W3CDTF">2026-03-23T17:03:50Z</dcterms:modified>
</cp:coreProperties>
</file>